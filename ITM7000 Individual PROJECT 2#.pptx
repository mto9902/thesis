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Lst>
  <p:notesMasterIdLst>
    <p:notesMasterId r:id="rId21"/>
  </p:notesMasterIdLst>
  <p:handoutMasterIdLst>
    <p:handoutMasterId r:id="rId22"/>
  </p:handoutMasterIdLst>
  <p:sldIdLst>
    <p:sldId id="312" r:id="rId5"/>
    <p:sldId id="324" r:id="rId6"/>
    <p:sldId id="326" r:id="rId7"/>
    <p:sldId id="327" r:id="rId8"/>
    <p:sldId id="328" r:id="rId9"/>
    <p:sldId id="329" r:id="rId10"/>
    <p:sldId id="330" r:id="rId11"/>
    <p:sldId id="331" r:id="rId12"/>
    <p:sldId id="332" r:id="rId13"/>
    <p:sldId id="333" r:id="rId14"/>
    <p:sldId id="307" r:id="rId15"/>
    <p:sldId id="282" r:id="rId16"/>
    <p:sldId id="334" r:id="rId17"/>
    <p:sldId id="338" r:id="rId18"/>
    <p:sldId id="297" r:id="rId19"/>
    <p:sldId id="347" r:id="rId20"/>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2616" userDrawn="1">
          <p15:clr>
            <a:srgbClr val="A4A3A4"/>
          </p15:clr>
        </p15:guide>
        <p15:guide id="4" orient="horz" pos="3264" userDrawn="1">
          <p15:clr>
            <a:srgbClr val="A4A3A4"/>
          </p15:clr>
        </p15:guide>
        <p15:guide id="5" pos="6912" userDrawn="1">
          <p15:clr>
            <a:srgbClr val="A4A3A4"/>
          </p15:clr>
        </p15:guide>
        <p15:guide id="6" orient="horz" userDrawn="1">
          <p15:clr>
            <a:srgbClr val="A4A3A4"/>
          </p15:clr>
        </p15:guide>
        <p15:guide id="7" orient="horz" pos="4008" userDrawn="1">
          <p15:clr>
            <a:srgbClr val="A4A3A4"/>
          </p15:clr>
        </p15:guide>
        <p15:guide id="9" orient="horz" pos="2352" userDrawn="1">
          <p15:clr>
            <a:srgbClr val="A4A3A4"/>
          </p15:clr>
        </p15:guide>
        <p15:guide id="12" pos="6696"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5" pos="5256" userDrawn="1">
          <p15:clr>
            <a:srgbClr val="A4A3A4"/>
          </p15:clr>
        </p15:guide>
        <p15:guide id="26" pos="726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2C8F"/>
    <a:srgbClr val="FDFBF6"/>
    <a:srgbClr val="AAC4E9"/>
    <a:srgbClr val="F5CDCE"/>
    <a:srgbClr val="DF8C8C"/>
    <a:srgbClr val="D4D593"/>
    <a:srgbClr val="E6F0FE"/>
    <a:srgbClr val="CDBE8A"/>
    <a:srgbClr val="FFEFEF"/>
    <a:srgbClr val="FCFB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15" autoAdjust="0"/>
    <p:restoredTop sz="95388" autoAdjust="0"/>
  </p:normalViewPr>
  <p:slideViewPr>
    <p:cSldViewPr snapToGrid="0" snapToObjects="1">
      <p:cViewPr varScale="1">
        <p:scale>
          <a:sx n="101" d="100"/>
          <a:sy n="101" d="100"/>
        </p:scale>
        <p:origin x="175" y="41"/>
      </p:cViewPr>
      <p:guideLst>
        <p:guide orient="horz" pos="2616"/>
        <p:guide orient="horz" pos="3264"/>
        <p:guide pos="6912"/>
        <p:guide orient="horz"/>
        <p:guide orient="horz" pos="4008"/>
        <p:guide orient="horz" pos="2352"/>
        <p:guide pos="6696"/>
        <p:guide pos="2136"/>
        <p:guide pos="2760"/>
        <p:guide pos="3288"/>
        <p:guide pos="4032"/>
        <p:guide pos="4392"/>
        <p:guide pos="4944"/>
        <p:guide pos="5544"/>
        <p:guide pos="6072"/>
        <p:guide orient="horz" pos="2448"/>
        <p:guide pos="5256"/>
        <p:guide pos="7261"/>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25" d="100"/>
          <a:sy n="25" d="100"/>
        </p:scale>
        <p:origin x="348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2426ABF-A8C0-D94B-8DA4-89B3D95177FD}"/>
              </a:ext>
            </a:extLst>
          </p:cNvPr>
          <p:cNvSpPr>
            <a:spLocks noGrp="1"/>
          </p:cNvSpPr>
          <p:nvPr>
            <p:ph type="hdr" sz="quarter"/>
          </p:nvPr>
        </p:nvSpPr>
        <p:spPr>
          <a:xfrm>
            <a:off x="0" y="0"/>
            <a:ext cx="5943600" cy="1222375"/>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73E1C36-C21F-0B70-27E7-5B59DAE27561}"/>
              </a:ext>
            </a:extLst>
          </p:cNvPr>
          <p:cNvSpPr>
            <a:spLocks noGrp="1"/>
          </p:cNvSpPr>
          <p:nvPr>
            <p:ph type="dt" sz="quarter" idx="1"/>
          </p:nvPr>
        </p:nvSpPr>
        <p:spPr>
          <a:xfrm>
            <a:off x="7769225" y="0"/>
            <a:ext cx="5943600" cy="1222375"/>
          </a:xfrm>
          <a:prstGeom prst="rect">
            <a:avLst/>
          </a:prstGeom>
        </p:spPr>
        <p:txBody>
          <a:bodyPr vert="horz" lIns="91440" tIns="45720" rIns="91440" bIns="45720" rtlCol="0"/>
          <a:lstStyle>
            <a:lvl1pPr algn="r">
              <a:defRPr sz="1200"/>
            </a:lvl1pPr>
          </a:lstStyle>
          <a:p>
            <a:fld id="{AA970FB6-164E-0840-A35B-09E9F3D45F76}" type="datetimeyyyy">
              <a:rPr lang="en-US" smtClean="0"/>
              <a:t>2025</a:t>
            </a:fld>
            <a:endParaRPr lang="en-US" dirty="0"/>
          </a:p>
        </p:txBody>
      </p:sp>
      <p:sp>
        <p:nvSpPr>
          <p:cNvPr id="4" name="Footer Placeholder 3">
            <a:extLst>
              <a:ext uri="{FF2B5EF4-FFF2-40B4-BE49-F238E27FC236}">
                <a16:creationId xmlns:a16="http://schemas.microsoft.com/office/drawing/2014/main" id="{E5942066-244B-8673-5E9A-26E4265AD0B2}"/>
              </a:ext>
            </a:extLst>
          </p:cNvPr>
          <p:cNvSpPr>
            <a:spLocks noGrp="1"/>
          </p:cNvSpPr>
          <p:nvPr>
            <p:ph type="ftr" sz="quarter" idx="2"/>
          </p:nvPr>
        </p:nvSpPr>
        <p:spPr>
          <a:xfrm>
            <a:off x="0" y="23161625"/>
            <a:ext cx="5943600" cy="1222375"/>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530EE97-1F54-6631-A4BB-FD938296488E}"/>
              </a:ext>
            </a:extLst>
          </p:cNvPr>
          <p:cNvSpPr>
            <a:spLocks noGrp="1"/>
          </p:cNvSpPr>
          <p:nvPr>
            <p:ph type="sldNum" sz="quarter" idx="3"/>
          </p:nvPr>
        </p:nvSpPr>
        <p:spPr>
          <a:xfrm>
            <a:off x="7769225" y="23161625"/>
            <a:ext cx="5943600" cy="1222375"/>
          </a:xfrm>
          <a:prstGeom prst="rect">
            <a:avLst/>
          </a:prstGeom>
        </p:spPr>
        <p:txBody>
          <a:bodyPr vert="horz" lIns="91440" tIns="45720" rIns="91440" bIns="45720" rtlCol="0" anchor="b"/>
          <a:lstStyle>
            <a:lvl1pPr algn="r">
              <a:defRPr sz="1200"/>
            </a:lvl1pPr>
          </a:lstStyle>
          <a:p>
            <a:fld id="{420BD0AB-C59E-4A46-83D3-F07787446BA0}" type="slidenum">
              <a:rPr lang="en-US" smtClean="0"/>
              <a:t>‹#›</a:t>
            </a:fld>
            <a:endParaRPr lang="en-US" dirty="0"/>
          </a:p>
        </p:txBody>
      </p:sp>
    </p:spTree>
    <p:extLst>
      <p:ext uri="{BB962C8B-B14F-4D97-AF65-F5344CB8AC3E}">
        <p14:creationId xmlns:p14="http://schemas.microsoft.com/office/powerpoint/2010/main" val="413378359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hf hdr="0" ftr="0"/>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997654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0193977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39A32B-0D62-01F0-D4E9-9C1056D4FE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C72F8E-9EF5-F6A4-F3EB-EDFBC3FAC4E2}"/>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97B0A0CC-5A18-2CF1-FD15-CC90409807C8}"/>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3533998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2949312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0193977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9313074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15" name="Image 0">
            <a:extLst>
              <a:ext uri="{FF2B5EF4-FFF2-40B4-BE49-F238E27FC236}">
                <a16:creationId xmlns:a16="http://schemas.microsoft.com/office/drawing/2014/main" id="{BA5D5A72-CB6F-F8DE-E2C9-90459C8C3DC1}"/>
              </a:ext>
              <a:ext uri="{C183D7F6-B498-43B3-948B-1728B52AA6E4}">
                <adec:decorative xmlns:adec="http://schemas.microsoft.com/office/drawing/2017/decorative" val="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dirty="0"/>
          </a:p>
        </p:txBody>
      </p:sp>
      <p:sp>
        <p:nvSpPr>
          <p:cNvPr id="20" name="Freeform: Shape 19">
            <a:extLst>
              <a:ext uri="{FF2B5EF4-FFF2-40B4-BE49-F238E27FC236}">
                <a16:creationId xmlns:a16="http://schemas.microsoft.com/office/drawing/2014/main" id="{E66FD7FF-2869-7902-36B2-2B229AB9AB19}"/>
              </a:ext>
              <a:ext uri="{C183D7F6-B498-43B3-948B-1728B52AA6E4}">
                <adec:decorative xmlns:adec="http://schemas.microsoft.com/office/drawing/2017/decorative" val="1"/>
              </a:ext>
            </a:extLst>
          </p:cNvPr>
          <p:cNvSpPr/>
          <p:nvPr userDrawn="1"/>
        </p:nvSpPr>
        <p:spPr>
          <a:xfrm>
            <a:off x="1500188" y="1173106"/>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B1457C88-4472-81CF-02AF-4421E0A3084B}"/>
              </a:ext>
              <a:ext uri="{C183D7F6-B498-43B3-948B-1728B52AA6E4}">
                <adec:decorative xmlns:adec="http://schemas.microsoft.com/office/drawing/2017/decorative" val="1"/>
              </a:ext>
            </a:extLst>
          </p:cNvPr>
          <p:cNvSpPr/>
          <p:nvPr userDrawn="1"/>
        </p:nvSpPr>
        <p:spPr>
          <a:xfrm>
            <a:off x="2694429"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ctrTitle" hasCustomPrompt="1"/>
          </p:nvPr>
        </p:nvSpPr>
        <p:spPr>
          <a:xfrm>
            <a:off x="2899790" y="810227"/>
            <a:ext cx="6392421" cy="3831221"/>
          </a:xfrm>
        </p:spPr>
        <p:txBody>
          <a:bodyPr tIns="0" bIns="0" anchor="ctr" anchorCtr="0">
            <a:noAutofit/>
          </a:bodyPr>
          <a:lstStyle>
            <a:lvl1pPr algn="ctr">
              <a:lnSpc>
                <a:spcPct val="100000"/>
              </a:lnSpc>
              <a:defRPr sz="3600"/>
            </a:lvl1pPr>
          </a:lstStyle>
          <a:p>
            <a:r>
              <a:rPr lang="en-US" dirty="0"/>
              <a:t>Click to add title</a:t>
            </a:r>
          </a:p>
        </p:txBody>
      </p:sp>
    </p:spTree>
    <p:extLst>
      <p:ext uri="{BB962C8B-B14F-4D97-AF65-F5344CB8AC3E}">
        <p14:creationId xmlns:p14="http://schemas.microsoft.com/office/powerpoint/2010/main" val="263179980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5923D9E-9381-3D11-B31A-1BF5C97F35B0}"/>
              </a:ext>
              <a:ext uri="{C183D7F6-B498-43B3-948B-1728B52AA6E4}">
                <adec:decorative xmlns:adec="http://schemas.microsoft.com/office/drawing/2017/decorative" val="1"/>
              </a:ext>
            </a:extLst>
          </p:cNvPr>
          <p:cNvGrpSpPr/>
          <p:nvPr userDrawn="1"/>
        </p:nvGrpSpPr>
        <p:grpSpPr>
          <a:xfrm>
            <a:off x="6452303" y="3405019"/>
            <a:ext cx="5739697" cy="3467971"/>
            <a:chOff x="5009037" y="2525712"/>
            <a:chExt cx="7170193" cy="4332288"/>
          </a:xfrm>
        </p:grpSpPr>
        <p:sp>
          <p:nvSpPr>
            <p:cNvPr id="7" name="Freeform 7">
              <a:extLst>
                <a:ext uri="{FF2B5EF4-FFF2-40B4-BE49-F238E27FC236}">
                  <a16:creationId xmlns:a16="http://schemas.microsoft.com/office/drawing/2014/main"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8" name="Freeform 6">
              <a:extLst>
                <a:ext uri="{FF2B5EF4-FFF2-40B4-BE49-F238E27FC236}">
                  <a16:creationId xmlns:a16="http://schemas.microsoft.com/office/drawing/2014/main"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nvGrpSpPr>
          <p:cNvPr id="9" name="Group 8">
            <a:extLst>
              <a:ext uri="{FF2B5EF4-FFF2-40B4-BE49-F238E27FC236}">
                <a16:creationId xmlns:a16="http://schemas.microsoft.com/office/drawing/2014/main" id="{0F297964-0B81-31DC-6D6D-1414832238B1}"/>
              </a:ext>
              <a:ext uri="{C183D7F6-B498-43B3-948B-1728B52AA6E4}">
                <adec:decorative xmlns:adec="http://schemas.microsoft.com/office/drawing/2017/decorative" val="1"/>
              </a:ext>
            </a:extLst>
          </p:cNvPr>
          <p:cNvGrpSpPr/>
          <p:nvPr userDrawn="1"/>
        </p:nvGrpSpPr>
        <p:grpSpPr>
          <a:xfrm flipH="1" flipV="1">
            <a:off x="6465610" y="0"/>
            <a:ext cx="5739697" cy="3467971"/>
            <a:chOff x="5183405" y="2678112"/>
            <a:chExt cx="7170193" cy="4332288"/>
          </a:xfrm>
        </p:grpSpPr>
        <p:sp>
          <p:nvSpPr>
            <p:cNvPr id="10" name="Freeform 7">
              <a:extLst>
                <a:ext uri="{FF2B5EF4-FFF2-40B4-BE49-F238E27FC236}">
                  <a16:creationId xmlns:a16="http://schemas.microsoft.com/office/drawing/2014/main"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1" name="Freeform 6">
              <a:extLst>
                <a:ext uri="{FF2B5EF4-FFF2-40B4-BE49-F238E27FC236}">
                  <a16:creationId xmlns:a16="http://schemas.microsoft.com/office/drawing/2014/main"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sp>
        <p:nvSpPr>
          <p:cNvPr id="14" name="Image 2">
            <a:extLst>
              <a:ext uri="{FF2B5EF4-FFF2-40B4-BE49-F238E27FC236}">
                <a16:creationId xmlns:a16="http://schemas.microsoft.com/office/drawing/2014/main" id="{EFFAEAD9-58A9-096B-C6D0-58F7AD08EB20}"/>
              </a:ext>
              <a:ext uri="{C183D7F6-B498-43B3-948B-1728B52AA6E4}">
                <adec:decorative xmlns:adec="http://schemas.microsoft.com/office/drawing/2017/decorative" val="1"/>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dirty="0"/>
          </a:p>
        </p:txBody>
      </p:sp>
      <p:sp>
        <p:nvSpPr>
          <p:cNvPr id="2" name="Title 1">
            <a:extLst>
              <a:ext uri="{FF2B5EF4-FFF2-40B4-BE49-F238E27FC236}">
                <a16:creationId xmlns:a16="http://schemas.microsoft.com/office/drawing/2014/main" id="{9A1CFBBA-B680-A6A7-3C4B-5FEAC4253283}"/>
              </a:ext>
            </a:extLst>
          </p:cNvPr>
          <p:cNvSpPr>
            <a:spLocks noGrp="1"/>
          </p:cNvSpPr>
          <p:nvPr>
            <p:ph type="title" hasCustomPrompt="1"/>
          </p:nvPr>
        </p:nvSpPr>
        <p:spPr>
          <a:xfrm>
            <a:off x="914400" y="1057274"/>
            <a:ext cx="6583680" cy="1531357"/>
          </a:xfrm>
        </p:spPr>
        <p:txBody>
          <a:bodyPr tIns="0" bIns="0">
            <a:noAutofit/>
          </a:bodyPr>
          <a:lstStyle>
            <a:lvl1pPr algn="l">
              <a:lnSpc>
                <a:spcPct val="100000"/>
              </a:lnSpc>
              <a:defRPr sz="3600"/>
            </a:lvl1pPr>
          </a:lstStyle>
          <a:p>
            <a:r>
              <a:rPr lang="en-US" dirty="0"/>
              <a:t>Click to add title</a:t>
            </a:r>
          </a:p>
        </p:txBody>
      </p:sp>
      <p:sp>
        <p:nvSpPr>
          <p:cNvPr id="13" name="Content Placeholder 2">
            <a:extLst>
              <a:ext uri="{FF2B5EF4-FFF2-40B4-BE49-F238E27FC236}">
                <a16:creationId xmlns:a16="http://schemas.microsoft.com/office/drawing/2014/main" id="{72386C43-DD10-E892-08AD-D6F4AE9617DD}"/>
              </a:ext>
            </a:extLst>
          </p:cNvPr>
          <p:cNvSpPr>
            <a:spLocks noGrp="1"/>
          </p:cNvSpPr>
          <p:nvPr>
            <p:ph idx="1" hasCustomPrompt="1"/>
          </p:nvPr>
        </p:nvSpPr>
        <p:spPr>
          <a:xfrm>
            <a:off x="914400" y="2834640"/>
            <a:ext cx="6583680" cy="3207344"/>
          </a:xfrm>
        </p:spPr>
        <p:txBody>
          <a:bodyPr lIns="91440" tIns="0" rIns="91440" bIns="0">
            <a:normAutofit/>
          </a:bodyPr>
          <a:lstStyle>
            <a:lvl1pPr marL="0" indent="0">
              <a:lnSpc>
                <a:spcPct val="150000"/>
              </a:lnSpc>
              <a:spcBef>
                <a:spcPts val="0"/>
              </a:spcBef>
              <a:buNone/>
              <a:defRPr sz="2400"/>
            </a:lvl1pPr>
            <a:lvl2pPr marL="347472">
              <a:lnSpc>
                <a:spcPct val="150000"/>
              </a:lnSpc>
              <a:spcBef>
                <a:spcPts val="0"/>
              </a:spcBef>
              <a:defRPr sz="2000"/>
            </a:lvl2pPr>
            <a:lvl3pPr marL="685800">
              <a:lnSpc>
                <a:spcPct val="150000"/>
              </a:lnSpc>
              <a:spcBef>
                <a:spcPts val="0"/>
              </a:spcBef>
              <a:defRPr sz="1800"/>
            </a:lvl3pPr>
          </a:lstStyle>
          <a:p>
            <a:pPr lvl="0"/>
            <a:r>
              <a:rPr lang="en-US" dirty="0"/>
              <a:t>Click to add text</a:t>
            </a:r>
          </a:p>
          <a:p>
            <a:pPr lvl="1"/>
            <a:r>
              <a:rPr lang="en-US" dirty="0"/>
              <a:t>Second level</a:t>
            </a:r>
          </a:p>
          <a:p>
            <a:pPr lvl="2"/>
            <a:r>
              <a:rPr lang="en-US" dirty="0"/>
              <a:t>Third level</a:t>
            </a:r>
          </a:p>
        </p:txBody>
      </p:sp>
      <p:sp>
        <p:nvSpPr>
          <p:cNvPr id="3" name="Slide Number Placeholder 2">
            <a:extLst>
              <a:ext uri="{FF2B5EF4-FFF2-40B4-BE49-F238E27FC236}">
                <a16:creationId xmlns:a16="http://schemas.microsoft.com/office/drawing/2014/main" id="{71114D1E-7749-DD58-8782-318E4F679DE0}"/>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333964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37D12D-0FCA-3396-988D-452D3D526E3D}"/>
              </a:ext>
              <a:ext uri="{C183D7F6-B498-43B3-948B-1728B52AA6E4}">
                <adec:decorative xmlns:adec="http://schemas.microsoft.com/office/drawing/2017/decorative" val="1"/>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6" name="Rectangle 5">
            <a:extLst>
              <a:ext uri="{FF2B5EF4-FFF2-40B4-BE49-F238E27FC236}">
                <a16:creationId xmlns:a16="http://schemas.microsoft.com/office/drawing/2014/main" id="{11710CE8-8A83-C0D3-623E-AFCC6C6A2930}"/>
              </a:ext>
              <a:ext uri="{C183D7F6-B498-43B3-948B-1728B52AA6E4}">
                <adec:decorative xmlns:adec="http://schemas.microsoft.com/office/drawing/2017/decorative" val="1"/>
              </a:ext>
            </a:extLst>
          </p:cNvPr>
          <p:cNvSpPr/>
          <p:nvPr userDrawn="1"/>
        </p:nvSpPr>
        <p:spPr>
          <a:xfrm>
            <a:off x="443346" y="332509"/>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18" name="Group 17">
            <a:extLst>
              <a:ext uri="{FF2B5EF4-FFF2-40B4-BE49-F238E27FC236}">
                <a16:creationId xmlns:a16="http://schemas.microsoft.com/office/drawing/2014/main" id="{7AA66C80-37C3-6D28-7564-733A30B2CD8D}"/>
              </a:ext>
              <a:ext uri="{C183D7F6-B498-43B3-948B-1728B52AA6E4}">
                <adec:decorative xmlns:adec="http://schemas.microsoft.com/office/drawing/2017/decorative" val="1"/>
              </a:ext>
            </a:extLst>
          </p:cNvPr>
          <p:cNvGrpSpPr/>
          <p:nvPr userDrawn="1"/>
        </p:nvGrpSpPr>
        <p:grpSpPr>
          <a:xfrm flipH="1">
            <a:off x="9353550" y="0"/>
            <a:ext cx="2838450" cy="2857958"/>
            <a:chOff x="0" y="0"/>
            <a:chExt cx="2838450" cy="2857958"/>
          </a:xfrm>
        </p:grpSpPr>
        <p:sp>
          <p:nvSpPr>
            <p:cNvPr id="12" name="Freeform: Shape 28">
              <a:extLst>
                <a:ext uri="{FF2B5EF4-FFF2-40B4-BE49-F238E27FC236}">
                  <a16:creationId xmlns:a16="http://schemas.microsoft.com/office/drawing/2014/main" id="{D9DB7C23-E0CF-A75F-BFFD-4E7679AF4AD5}"/>
                </a:ext>
                <a:ext uri="{C183D7F6-B498-43B3-948B-1728B52AA6E4}">
                  <adec:decorative xmlns:adec="http://schemas.microsoft.com/office/drawing/2017/decorative" val="1"/>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5" name="Freeform: Shape 15">
              <a:extLst>
                <a:ext uri="{FF2B5EF4-FFF2-40B4-BE49-F238E27FC236}">
                  <a16:creationId xmlns:a16="http://schemas.microsoft.com/office/drawing/2014/main" id="{4D62A0CC-A0CE-403A-A167-27225B2C6083}"/>
                </a:ext>
                <a:ext uri="{C183D7F6-B498-43B3-948B-1728B52AA6E4}">
                  <adec:decorative xmlns:adec="http://schemas.microsoft.com/office/drawing/2017/decorative" val="1"/>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Image 2">
              <a:extLst>
                <a:ext uri="{FF2B5EF4-FFF2-40B4-BE49-F238E27FC236}">
                  <a16:creationId xmlns:a16="http://schemas.microsoft.com/office/drawing/2014/main" id="{F8AD83DA-A293-6D56-F606-7C98C403A3F7}"/>
                </a:ext>
                <a:ext uri="{C183D7F6-B498-43B3-948B-1728B52AA6E4}">
                  <adec:decorative xmlns:adec="http://schemas.microsoft.com/office/drawing/2017/decorative" val="1"/>
                </a:ext>
              </a:extLst>
            </p:cNvPr>
            <p:cNvSpPr/>
            <p:nvPr userDrawn="1"/>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2" name="Title 1"/>
          <p:cNvSpPr>
            <a:spLocks noGrp="1"/>
          </p:cNvSpPr>
          <p:nvPr userDrawn="1">
            <p:ph type="title" hasCustomPrompt="1"/>
          </p:nvPr>
        </p:nvSpPr>
        <p:spPr>
          <a:xfrm>
            <a:off x="5702441" y="1061623"/>
            <a:ext cx="5723586" cy="4739104"/>
          </a:xfrm>
        </p:spPr>
        <p:txBody>
          <a:bodyPr tIns="0" bIns="0" anchor="ctr">
            <a:noAutofit/>
          </a:bodyPr>
          <a:lstStyle>
            <a:lvl1pPr algn="l">
              <a:lnSpc>
                <a:spcPct val="100000"/>
              </a:lnSpc>
              <a:defRPr sz="3600" b="1"/>
            </a:lvl1pPr>
          </a:lstStyle>
          <a:p>
            <a:r>
              <a:rPr lang="en-US" dirty="0"/>
              <a:t>Click to add title</a:t>
            </a:r>
          </a:p>
        </p:txBody>
      </p:sp>
      <p:sp>
        <p:nvSpPr>
          <p:cNvPr id="8" name="Picture Placeholder 7">
            <a:extLst>
              <a:ext uri="{FF2B5EF4-FFF2-40B4-BE49-F238E27FC236}">
                <a16:creationId xmlns:a16="http://schemas.microsoft.com/office/drawing/2014/main" id="{E979AC40-7C15-9431-5B1A-415655A7FC05}"/>
              </a:ext>
            </a:extLst>
          </p:cNvPr>
          <p:cNvSpPr>
            <a:spLocks noGrp="1"/>
          </p:cNvSpPr>
          <p:nvPr>
            <p:ph type="pic" sz="quarter" idx="11" hasCustomPrompt="1"/>
          </p:nvPr>
        </p:nvSpPr>
        <p:spPr>
          <a:xfrm>
            <a:off x="443345" y="0"/>
            <a:ext cx="4344695" cy="6359525"/>
          </a:xfrm>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433189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6F8B46B-EF6E-BC12-09E2-0F3B779197B4}"/>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22" name="Rectangle 21">
            <a:extLst>
              <a:ext uri="{FF2B5EF4-FFF2-40B4-BE49-F238E27FC236}">
                <a16:creationId xmlns:a16="http://schemas.microsoft.com/office/drawing/2014/main" id="{5D7B4F11-E150-473B-98F5-6E6AC9646863}"/>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36" name="Freeform 35">
            <a:extLst>
              <a:ext uri="{FF2B5EF4-FFF2-40B4-BE49-F238E27FC236}">
                <a16:creationId xmlns:a16="http://schemas.microsoft.com/office/drawing/2014/main" id="{A8E2FA61-C047-21BB-AA50-F84AD7685498}"/>
              </a:ext>
              <a:ext uri="{C183D7F6-B498-43B3-948B-1728B52AA6E4}">
                <adec:decorative xmlns:adec="http://schemas.microsoft.com/office/drawing/2017/decorative" val="1"/>
              </a:ext>
            </a:extLst>
          </p:cNvPr>
          <p:cNvSpPr/>
          <p:nvPr userDrawn="1"/>
        </p:nvSpPr>
        <p:spPr>
          <a:xfrm rot="16200000">
            <a:off x="5760023" y="3764463"/>
            <a:ext cx="2812357" cy="3394143"/>
          </a:xfrm>
          <a:custGeom>
            <a:avLst/>
            <a:gdLst>
              <a:gd name="connsiteX0" fmla="*/ 0 w 2812357"/>
              <a:gd name="connsiteY0" fmla="*/ 0 h 3394143"/>
              <a:gd name="connsiteX1" fmla="*/ 2812357 w 2812357"/>
              <a:gd name="connsiteY1" fmla="*/ 3394143 h 3394143"/>
              <a:gd name="connsiteX2" fmla="*/ 0 w 2812357"/>
              <a:gd name="connsiteY2" fmla="*/ 3394143 h 3394143"/>
            </a:gdLst>
            <a:ahLst/>
            <a:cxnLst>
              <a:cxn ang="0">
                <a:pos x="connsiteX0" y="connsiteY0"/>
              </a:cxn>
              <a:cxn ang="0">
                <a:pos x="connsiteX1" y="connsiteY1"/>
              </a:cxn>
              <a:cxn ang="0">
                <a:pos x="connsiteX2" y="connsiteY2"/>
              </a:cxn>
            </a:cxnLst>
            <a:rect l="l" t="t" r="r" b="b"/>
            <a:pathLst>
              <a:path w="2812357" h="3394143">
                <a:moveTo>
                  <a:pt x="0" y="0"/>
                </a:moveTo>
                <a:lnTo>
                  <a:pt x="2812357" y="3394143"/>
                </a:lnTo>
                <a:lnTo>
                  <a:pt x="0" y="3394143"/>
                </a:lnTo>
                <a:close/>
              </a:path>
            </a:pathLst>
          </a:custGeom>
          <a:solidFill>
            <a:schemeClr val="accent4">
              <a:lumMod val="40000"/>
              <a:lumOff val="60000"/>
              <a:alpha val="50000"/>
            </a:schemeClr>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3" name="Freeform 32">
            <a:extLst>
              <a:ext uri="{FF2B5EF4-FFF2-40B4-BE49-F238E27FC236}">
                <a16:creationId xmlns:a16="http://schemas.microsoft.com/office/drawing/2014/main" id="{1A2791BA-760E-9FA5-8743-D0B699FC9835}"/>
              </a:ext>
              <a:ext uri="{C183D7F6-B498-43B3-948B-1728B52AA6E4}">
                <adec:decorative xmlns:adec="http://schemas.microsoft.com/office/drawing/2017/decorative" val="1"/>
              </a:ext>
            </a:extLst>
          </p:cNvPr>
          <p:cNvSpPr/>
          <p:nvPr userDrawn="1"/>
        </p:nvSpPr>
        <p:spPr>
          <a:xfrm>
            <a:off x="0" y="3463854"/>
            <a:ext cx="435241" cy="3394146"/>
          </a:xfrm>
          <a:custGeom>
            <a:avLst/>
            <a:gdLst>
              <a:gd name="connsiteX0" fmla="*/ 435241 w 435241"/>
              <a:gd name="connsiteY0" fmla="*/ 0 h 3394146"/>
              <a:gd name="connsiteX1" fmla="*/ 435241 w 435241"/>
              <a:gd name="connsiteY1" fmla="*/ 3394146 h 3394146"/>
              <a:gd name="connsiteX2" fmla="*/ 0 w 435241"/>
              <a:gd name="connsiteY2" fmla="*/ 3394146 h 3394146"/>
              <a:gd name="connsiteX3" fmla="*/ 0 w 435241"/>
              <a:gd name="connsiteY3" fmla="*/ 523525 h 3394146"/>
            </a:gdLst>
            <a:ahLst/>
            <a:cxnLst>
              <a:cxn ang="0">
                <a:pos x="connsiteX0" y="connsiteY0"/>
              </a:cxn>
              <a:cxn ang="0">
                <a:pos x="connsiteX1" y="connsiteY1"/>
              </a:cxn>
              <a:cxn ang="0">
                <a:pos x="connsiteX2" y="connsiteY2"/>
              </a:cxn>
              <a:cxn ang="0">
                <a:pos x="connsiteX3" y="connsiteY3"/>
              </a:cxn>
            </a:cxnLst>
            <a:rect l="l" t="t" r="r" b="b"/>
            <a:pathLst>
              <a:path w="435241" h="3394146">
                <a:moveTo>
                  <a:pt x="435241" y="0"/>
                </a:moveTo>
                <a:lnTo>
                  <a:pt x="435241" y="3394146"/>
                </a:lnTo>
                <a:lnTo>
                  <a:pt x="0" y="3394146"/>
                </a:lnTo>
                <a:lnTo>
                  <a:pt x="0" y="52352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4" name="Title 1">
            <a:extLst>
              <a:ext uri="{FF2B5EF4-FFF2-40B4-BE49-F238E27FC236}">
                <a16:creationId xmlns:a16="http://schemas.microsoft.com/office/drawing/2014/main" id="{8D6A03F2-8C7B-D33B-0E8F-24D4800D5C01}"/>
              </a:ext>
            </a:extLst>
          </p:cNvPr>
          <p:cNvSpPr>
            <a:spLocks noGrp="1"/>
          </p:cNvSpPr>
          <p:nvPr userDrawn="1">
            <p:ph type="title" hasCustomPrompt="1"/>
          </p:nvPr>
        </p:nvSpPr>
        <p:spPr>
          <a:xfrm>
            <a:off x="914400" y="1057275"/>
            <a:ext cx="5259554" cy="2495028"/>
          </a:xfrm>
        </p:spPr>
        <p:txBody>
          <a:bodyPr tIns="0" bIns="0">
            <a:noAutofit/>
          </a:bodyPr>
          <a:lstStyle>
            <a:lvl1pPr algn="l">
              <a:lnSpc>
                <a:spcPct val="100000"/>
              </a:lnSpc>
              <a:defRPr sz="3600"/>
            </a:lvl1pPr>
          </a:lstStyle>
          <a:p>
            <a:r>
              <a:rPr lang="en-US" dirty="0"/>
              <a:t>Click to add text</a:t>
            </a:r>
          </a:p>
        </p:txBody>
      </p:sp>
      <p:sp>
        <p:nvSpPr>
          <p:cNvPr id="5" name="Content Placeholder 2">
            <a:extLst>
              <a:ext uri="{FF2B5EF4-FFF2-40B4-BE49-F238E27FC236}">
                <a16:creationId xmlns:a16="http://schemas.microsoft.com/office/drawing/2014/main" id="{C51465C6-2CDE-B5BF-F22E-CBDD44E86CFC}"/>
              </a:ext>
            </a:extLst>
          </p:cNvPr>
          <p:cNvSpPr>
            <a:spLocks noGrp="1"/>
          </p:cNvSpPr>
          <p:nvPr userDrawn="1">
            <p:ph idx="1" hasCustomPrompt="1"/>
          </p:nvPr>
        </p:nvSpPr>
        <p:spPr>
          <a:xfrm>
            <a:off x="914400" y="3808750"/>
            <a:ext cx="5259554"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52" name="Picture Placeholder 7">
            <a:extLst>
              <a:ext uri="{FF2B5EF4-FFF2-40B4-BE49-F238E27FC236}">
                <a16:creationId xmlns:a16="http://schemas.microsoft.com/office/drawing/2014/main" id="{55126063-BDEE-A1AB-FDAE-DD9B98CACDA8}"/>
              </a:ext>
            </a:extLst>
          </p:cNvPr>
          <p:cNvSpPr>
            <a:spLocks noGrp="1"/>
          </p:cNvSpPr>
          <p:nvPr>
            <p:ph type="pic" sz="quarter" idx="11" hasCustomPrompt="1"/>
          </p:nvPr>
        </p:nvSpPr>
        <p:spPr>
          <a:xfrm>
            <a:off x="7414194" y="410780"/>
            <a:ext cx="4344695" cy="6447220"/>
          </a:xfrm>
          <a:solidFill>
            <a:schemeClr val="accent3"/>
          </a:solidFill>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1681789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32" name="Image 1">
            <a:extLst>
              <a:ext uri="{FF2B5EF4-FFF2-40B4-BE49-F238E27FC236}">
                <a16:creationId xmlns:a16="http://schemas.microsoft.com/office/drawing/2014/main" id="{2A3EC91E-4089-D366-06D3-3E66F93DFAF3}"/>
              </a:ext>
              <a:ext uri="{C183D7F6-B498-43B3-948B-1728B52AA6E4}">
                <adec:decorative xmlns:adec="http://schemas.microsoft.com/office/drawing/2017/decorative" val="1"/>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dirty="0"/>
          </a:p>
        </p:txBody>
      </p:sp>
      <p:sp>
        <p:nvSpPr>
          <p:cNvPr id="53" name="Freeform: Shape 52">
            <a:extLst>
              <a:ext uri="{FF2B5EF4-FFF2-40B4-BE49-F238E27FC236}">
                <a16:creationId xmlns:a16="http://schemas.microsoft.com/office/drawing/2014/main" id="{70F595E1-C910-3710-90E9-AF5FFCE05861}"/>
              </a:ext>
              <a:ext uri="{C183D7F6-B498-43B3-948B-1728B52AA6E4}">
                <adec:decorative xmlns:adec="http://schemas.microsoft.com/office/drawing/2017/decorative" val="1"/>
              </a:ext>
            </a:extLst>
          </p:cNvPr>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dirty="0"/>
          </a:p>
        </p:txBody>
      </p:sp>
      <p:sp>
        <p:nvSpPr>
          <p:cNvPr id="29" name="Freeform 70">
            <a:extLst>
              <a:ext uri="{FF2B5EF4-FFF2-40B4-BE49-F238E27FC236}">
                <a16:creationId xmlns:a16="http://schemas.microsoft.com/office/drawing/2014/main" id="{AA39EF58-54F1-4AC9-1D83-2E7DEEAAEA6A}"/>
              </a:ext>
              <a:ext uri="{C183D7F6-B498-43B3-948B-1728B52AA6E4}">
                <adec:decorative xmlns:adec="http://schemas.microsoft.com/office/drawing/2017/decorative" val="1"/>
              </a:ext>
            </a:extLst>
          </p:cNvPr>
          <p:cNvSpPr>
            <a:spLocks/>
          </p:cNvSpPr>
          <p:nvPr userDrawn="1"/>
        </p:nvSpPr>
        <p:spPr bwMode="auto">
          <a:xfrm rot="16200000" flipH="1">
            <a:off x="-9389"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alpha val="50000"/>
            </a:schemeClr>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1" name="Freeform 70">
            <a:extLst>
              <a:ext uri="{FF2B5EF4-FFF2-40B4-BE49-F238E27FC236}">
                <a16:creationId xmlns:a16="http://schemas.microsoft.com/office/drawing/2014/main" id="{0C320934-59CC-4123-C7C1-FEEE89F3045F}"/>
              </a:ext>
              <a:ext uri="{C183D7F6-B498-43B3-948B-1728B52AA6E4}">
                <adec:decorative xmlns:adec="http://schemas.microsoft.com/office/drawing/2017/decorative" val="1"/>
              </a:ext>
            </a:extLst>
          </p:cNvPr>
          <p:cNvSpPr>
            <a:spLocks/>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3" name="Image 4">
            <a:extLst>
              <a:ext uri="{FF2B5EF4-FFF2-40B4-BE49-F238E27FC236}">
                <a16:creationId xmlns:a16="http://schemas.microsoft.com/office/drawing/2014/main" id="{EC46DC71-C12A-96C8-3FE2-AA95AB58B349}"/>
              </a:ext>
              <a:ext uri="{C183D7F6-B498-43B3-948B-1728B52AA6E4}">
                <adec:decorative xmlns:adec="http://schemas.microsoft.com/office/drawing/2017/decorative" val="1"/>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lumMod val="40000"/>
              <a:lumOff val="60000"/>
              <a:alpha val="50000"/>
            </a:schemeClr>
          </a:solidFill>
          <a:ln w="7052" cap="flat">
            <a:noFill/>
            <a:prstDash val="solid"/>
            <a:miter/>
          </a:ln>
        </p:spPr>
        <p:txBody>
          <a:bodyPr rtlCol="0" anchor="ctr">
            <a:noAutofit/>
          </a:bodyPr>
          <a:lstStyle/>
          <a:p>
            <a:endParaRPr lang="en-US" dirty="0"/>
          </a:p>
        </p:txBody>
      </p:sp>
      <p:sp>
        <p:nvSpPr>
          <p:cNvPr id="2" name="Title 1"/>
          <p:cNvSpPr>
            <a:spLocks noGrp="1"/>
          </p:cNvSpPr>
          <p:nvPr>
            <p:ph type="title" hasCustomPrompt="1"/>
          </p:nvPr>
        </p:nvSpPr>
        <p:spPr>
          <a:xfrm>
            <a:off x="3460565" y="1057274"/>
            <a:ext cx="7965461" cy="994164"/>
          </a:xfrm>
        </p:spPr>
        <p:txBody>
          <a:bodyPr lIns="91440" tIns="0" rIns="91440" bIns="0" anchor="b" anchorCtr="0">
            <a:noAutofit/>
          </a:bodyPr>
          <a:lstStyle>
            <a:lvl1pPr algn="l">
              <a:lnSpc>
                <a:spcPct val="100000"/>
              </a:lnSpc>
              <a:defRPr sz="3600" b="1">
                <a:latin typeface="+mj-lt"/>
                <a:cs typeface="Arial" panose="020B0604020202020204" pitchFamily="34" charset="0"/>
              </a:defRPr>
            </a:lvl1pPr>
          </a:lstStyle>
          <a:p>
            <a:r>
              <a:rPr lang="en-US" dirty="0"/>
              <a:t>Click to add title</a:t>
            </a:r>
          </a:p>
        </p:txBody>
      </p:sp>
      <p:sp>
        <p:nvSpPr>
          <p:cNvPr id="13" name="Content Placeholder 3">
            <a:extLst>
              <a:ext uri="{FF2B5EF4-FFF2-40B4-BE49-F238E27FC236}">
                <a16:creationId xmlns:a16="http://schemas.microsoft.com/office/drawing/2014/main" id="{B20F5EA7-881C-8FB7-EAC9-89C8F2E5865C}"/>
              </a:ext>
            </a:extLst>
          </p:cNvPr>
          <p:cNvSpPr>
            <a:spLocks noGrp="1"/>
          </p:cNvSpPr>
          <p:nvPr>
            <p:ph sz="half" idx="2" hasCustomPrompt="1"/>
          </p:nvPr>
        </p:nvSpPr>
        <p:spPr>
          <a:xfrm>
            <a:off x="3460565" y="2303029"/>
            <a:ext cx="7965460" cy="3497698"/>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Slide Number Placeholder 2">
            <a:extLst>
              <a:ext uri="{FF2B5EF4-FFF2-40B4-BE49-F238E27FC236}">
                <a16:creationId xmlns:a16="http://schemas.microsoft.com/office/drawing/2014/main" id="{ED7A50D8-0839-EC58-FFBE-315A20995799}"/>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552850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mparison 1">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26B5661-F583-FA44-8353-161B862E69B1}"/>
              </a:ext>
            </a:extLst>
          </p:cNvPr>
          <p:cNvSpPr>
            <a:spLocks noGrp="1"/>
          </p:cNvSpPr>
          <p:nvPr>
            <p:ph type="title" hasCustomPrompt="1"/>
          </p:nvPr>
        </p:nvSpPr>
        <p:spPr>
          <a:xfrm>
            <a:off x="4364809" y="1057274"/>
            <a:ext cx="7043617" cy="2520217"/>
          </a:xfrm>
        </p:spPr>
        <p:txBody>
          <a:bodyPr tIns="0" bIns="0">
            <a:noAutofit/>
          </a:bodyPr>
          <a:lstStyle>
            <a:lvl1pPr algn="l">
              <a:lnSpc>
                <a:spcPct val="100000"/>
              </a:lnSpc>
              <a:defRPr sz="3600"/>
            </a:lvl1pPr>
          </a:lstStyle>
          <a:p>
            <a:r>
              <a:rPr lang="en-US" dirty="0"/>
              <a:t>Click to add title</a:t>
            </a:r>
          </a:p>
        </p:txBody>
      </p:sp>
      <p:sp>
        <p:nvSpPr>
          <p:cNvPr id="11" name="Image 0">
            <a:extLst>
              <a:ext uri="{FF2B5EF4-FFF2-40B4-BE49-F238E27FC236}">
                <a16:creationId xmlns:a16="http://schemas.microsoft.com/office/drawing/2014/main" id="{CD2D664E-6702-6607-A37E-2E996144917C}"/>
              </a:ext>
              <a:ext uri="{C183D7F6-B498-43B3-948B-1728B52AA6E4}">
                <adec:decorative xmlns:adec="http://schemas.microsoft.com/office/drawing/2017/decorative" val="1"/>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3" name="Image 1">
            <a:extLst>
              <a:ext uri="{FF2B5EF4-FFF2-40B4-BE49-F238E27FC236}">
                <a16:creationId xmlns:a16="http://schemas.microsoft.com/office/drawing/2014/main" id="{951C5737-DF7E-D671-AC74-9E488335BCA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03311" y="-2784"/>
            <a:ext cx="1734410" cy="5167313"/>
          </a:xfrm>
          <a:prstGeom prst="rect">
            <a:avLst/>
          </a:prstGeom>
        </p:spPr>
      </p:pic>
      <p:sp>
        <p:nvSpPr>
          <p:cNvPr id="39" name="Freeform: Shape 38">
            <a:extLst>
              <a:ext uri="{FF2B5EF4-FFF2-40B4-BE49-F238E27FC236}">
                <a16:creationId xmlns:a16="http://schemas.microsoft.com/office/drawing/2014/main" id="{F232A1E1-DD38-15EA-6CA1-A84950EC43F0}"/>
              </a:ext>
              <a:ext uri="{C183D7F6-B498-43B3-948B-1728B52AA6E4}">
                <adec:decorative xmlns:adec="http://schemas.microsoft.com/office/drawing/2017/decorative" val="1"/>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7" name="Image 5">
            <a:extLst>
              <a:ext uri="{FF2B5EF4-FFF2-40B4-BE49-F238E27FC236}">
                <a16:creationId xmlns:a16="http://schemas.microsoft.com/office/drawing/2014/main" id="{B9036D42-A06F-E6EE-BB91-8BAF045198BE}"/>
              </a:ext>
              <a:ext uri="{C183D7F6-B498-43B3-948B-1728B52AA6E4}">
                <adec:decorative xmlns:adec="http://schemas.microsoft.com/office/drawing/2017/decorative" val="1"/>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9" name="Image 6">
            <a:extLst>
              <a:ext uri="{FF2B5EF4-FFF2-40B4-BE49-F238E27FC236}">
                <a16:creationId xmlns:a16="http://schemas.microsoft.com/office/drawing/2014/main" id="{86E0540C-3355-A50D-AC61-047B54B70C64}"/>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718457" y="3440504"/>
            <a:ext cx="1719263" cy="1724025"/>
          </a:xfrm>
          <a:prstGeom prst="rect">
            <a:avLst/>
          </a:prstGeom>
        </p:spPr>
      </p:pic>
      <p:sp>
        <p:nvSpPr>
          <p:cNvPr id="16" name="Slide Number Placeholder 2">
            <a:extLst>
              <a:ext uri="{FF2B5EF4-FFF2-40B4-BE49-F238E27FC236}">
                <a16:creationId xmlns:a16="http://schemas.microsoft.com/office/drawing/2014/main" id="{B00F713C-1CC6-5879-0410-95F179D56AD2}"/>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 name="Content Placeholder 2">
            <a:extLst>
              <a:ext uri="{FF2B5EF4-FFF2-40B4-BE49-F238E27FC236}">
                <a16:creationId xmlns:a16="http://schemas.microsoft.com/office/drawing/2014/main" id="{8E40D3F2-4A7A-F909-AC98-0B402B26776E}"/>
              </a:ext>
            </a:extLst>
          </p:cNvPr>
          <p:cNvSpPr>
            <a:spLocks noGrp="1"/>
          </p:cNvSpPr>
          <p:nvPr>
            <p:ph idx="11" hasCustomPrompt="1"/>
          </p:nvPr>
        </p:nvSpPr>
        <p:spPr>
          <a:xfrm>
            <a:off x="4364808" y="3808750"/>
            <a:ext cx="7043618"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3116296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4">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3C7B0BB3-A5CA-7C72-DC39-AD00EC90964C}"/>
              </a:ext>
              <a:ext uri="{C183D7F6-B498-43B3-948B-1728B52AA6E4}">
                <adec:decorative xmlns:adec="http://schemas.microsoft.com/office/drawing/2017/decorative" val="1"/>
              </a:ext>
            </a:extLst>
          </p:cNvPr>
          <p:cNvSpPr/>
          <p:nvPr userDrawn="1"/>
        </p:nvSpPr>
        <p:spPr>
          <a:xfrm>
            <a:off x="8989454" y="3427336"/>
            <a:ext cx="3202546" cy="3430665"/>
          </a:xfrm>
          <a:custGeom>
            <a:avLst/>
            <a:gdLst>
              <a:gd name="connsiteX0" fmla="*/ 0 w 3202546"/>
              <a:gd name="connsiteY0" fmla="*/ 0 h 3430665"/>
              <a:gd name="connsiteX1" fmla="*/ 3202546 w 3202546"/>
              <a:gd name="connsiteY1" fmla="*/ 0 h 3430665"/>
              <a:gd name="connsiteX2" fmla="*/ 3202546 w 3202546"/>
              <a:gd name="connsiteY2" fmla="*/ 3430665 h 3430665"/>
              <a:gd name="connsiteX3" fmla="*/ 0 w 3202546"/>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202546" h="3430665">
                <a:moveTo>
                  <a:pt x="0" y="0"/>
                </a:moveTo>
                <a:lnTo>
                  <a:pt x="3202546" y="0"/>
                </a:lnTo>
                <a:lnTo>
                  <a:pt x="3202546" y="3430665"/>
                </a:lnTo>
                <a:lnTo>
                  <a:pt x="0" y="3430665"/>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8" name="Freeform 17">
            <a:extLst>
              <a:ext uri="{FF2B5EF4-FFF2-40B4-BE49-F238E27FC236}">
                <a16:creationId xmlns:a16="http://schemas.microsoft.com/office/drawing/2014/main" id="{07871527-68A5-0A5C-F5A6-A80523BAC92F}"/>
              </a:ext>
              <a:ext uri="{C183D7F6-B498-43B3-948B-1728B52AA6E4}">
                <adec:decorative xmlns:adec="http://schemas.microsoft.com/office/drawing/2017/decorative" val="1"/>
              </a:ext>
            </a:extLst>
          </p:cNvPr>
          <p:cNvSpPr/>
          <p:nvPr userDrawn="1"/>
        </p:nvSpPr>
        <p:spPr>
          <a:xfrm>
            <a:off x="8989454" y="3654149"/>
            <a:ext cx="3202546" cy="3203852"/>
          </a:xfrm>
          <a:custGeom>
            <a:avLst/>
            <a:gdLst>
              <a:gd name="connsiteX0" fmla="*/ 3202546 w 3202546"/>
              <a:gd name="connsiteY0" fmla="*/ 0 h 3203852"/>
              <a:gd name="connsiteX1" fmla="*/ 3202546 w 3202546"/>
              <a:gd name="connsiteY1" fmla="*/ 3203852 h 3203852"/>
              <a:gd name="connsiteX2" fmla="*/ 0 w 3202546"/>
              <a:gd name="connsiteY2" fmla="*/ 3203852 h 3203852"/>
              <a:gd name="connsiteX3" fmla="*/ 0 w 3202546"/>
              <a:gd name="connsiteY3" fmla="*/ 3190718 h 3203852"/>
            </a:gdLst>
            <a:ahLst/>
            <a:cxnLst>
              <a:cxn ang="0">
                <a:pos x="connsiteX0" y="connsiteY0"/>
              </a:cxn>
              <a:cxn ang="0">
                <a:pos x="connsiteX1" y="connsiteY1"/>
              </a:cxn>
              <a:cxn ang="0">
                <a:pos x="connsiteX2" y="connsiteY2"/>
              </a:cxn>
              <a:cxn ang="0">
                <a:pos x="connsiteX3" y="connsiteY3"/>
              </a:cxn>
            </a:cxnLst>
            <a:rect l="l" t="t" r="r" b="b"/>
            <a:pathLst>
              <a:path w="3202546" h="3203852">
                <a:moveTo>
                  <a:pt x="3202546" y="0"/>
                </a:moveTo>
                <a:lnTo>
                  <a:pt x="3202546" y="3203852"/>
                </a:lnTo>
                <a:lnTo>
                  <a:pt x="0" y="3203852"/>
                </a:lnTo>
                <a:lnTo>
                  <a:pt x="0" y="3190718"/>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4" name="Freeform 13">
            <a:extLst>
              <a:ext uri="{FF2B5EF4-FFF2-40B4-BE49-F238E27FC236}">
                <a16:creationId xmlns:a16="http://schemas.microsoft.com/office/drawing/2014/main" id="{CEB118B3-9B06-AD11-738A-7A0651F98B7E}"/>
              </a:ext>
              <a:ext uri="{C183D7F6-B498-43B3-948B-1728B52AA6E4}">
                <adec:decorative xmlns:adec="http://schemas.microsoft.com/office/drawing/2017/decorative" val="1"/>
              </a:ext>
            </a:extLst>
          </p:cNvPr>
          <p:cNvSpPr/>
          <p:nvPr userDrawn="1"/>
        </p:nvSpPr>
        <p:spPr>
          <a:xfrm>
            <a:off x="8989455" y="1"/>
            <a:ext cx="3202545" cy="3437345"/>
          </a:xfrm>
          <a:custGeom>
            <a:avLst/>
            <a:gdLst>
              <a:gd name="connsiteX0" fmla="*/ 0 w 3202545"/>
              <a:gd name="connsiteY0" fmla="*/ 0 h 3437345"/>
              <a:gd name="connsiteX1" fmla="*/ 3202545 w 3202545"/>
              <a:gd name="connsiteY1" fmla="*/ 0 h 3437345"/>
              <a:gd name="connsiteX2" fmla="*/ 3202545 w 3202545"/>
              <a:gd name="connsiteY2" fmla="*/ 3437345 h 3437345"/>
              <a:gd name="connsiteX3" fmla="*/ 0 w 320254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202545" h="3437345">
                <a:moveTo>
                  <a:pt x="0" y="0"/>
                </a:moveTo>
                <a:lnTo>
                  <a:pt x="3202545" y="0"/>
                </a:lnTo>
                <a:lnTo>
                  <a:pt x="3202545" y="3437345"/>
                </a:lnTo>
                <a:lnTo>
                  <a:pt x="0" y="3437345"/>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Freeform 15">
            <a:extLst>
              <a:ext uri="{FF2B5EF4-FFF2-40B4-BE49-F238E27FC236}">
                <a16:creationId xmlns:a16="http://schemas.microsoft.com/office/drawing/2014/main" id="{0EA94262-504E-06F2-F383-E832C37B1250}"/>
              </a:ext>
              <a:ext uri="{C183D7F6-B498-43B3-948B-1728B52AA6E4}">
                <adec:decorative xmlns:adec="http://schemas.microsoft.com/office/drawing/2017/decorative" val="1"/>
              </a:ext>
            </a:extLst>
          </p:cNvPr>
          <p:cNvSpPr/>
          <p:nvPr userDrawn="1"/>
        </p:nvSpPr>
        <p:spPr>
          <a:xfrm>
            <a:off x="8989454" y="6681"/>
            <a:ext cx="3202546" cy="3436477"/>
          </a:xfrm>
          <a:custGeom>
            <a:avLst/>
            <a:gdLst>
              <a:gd name="connsiteX0" fmla="*/ 0 w 3202546"/>
              <a:gd name="connsiteY0" fmla="*/ 0 h 3436477"/>
              <a:gd name="connsiteX1" fmla="*/ 3202546 w 3202546"/>
              <a:gd name="connsiteY1" fmla="*/ 3214418 h 3436477"/>
              <a:gd name="connsiteX2" fmla="*/ 3202546 w 3202546"/>
              <a:gd name="connsiteY2" fmla="*/ 3436477 h 3436477"/>
              <a:gd name="connsiteX3" fmla="*/ 0 w 3202546"/>
              <a:gd name="connsiteY3" fmla="*/ 3436477 h 3436477"/>
            </a:gdLst>
            <a:ahLst/>
            <a:cxnLst>
              <a:cxn ang="0">
                <a:pos x="connsiteX0" y="connsiteY0"/>
              </a:cxn>
              <a:cxn ang="0">
                <a:pos x="connsiteX1" y="connsiteY1"/>
              </a:cxn>
              <a:cxn ang="0">
                <a:pos x="connsiteX2" y="connsiteY2"/>
              </a:cxn>
              <a:cxn ang="0">
                <a:pos x="connsiteX3" y="connsiteY3"/>
              </a:cxn>
            </a:cxnLst>
            <a:rect l="l" t="t" r="r" b="b"/>
            <a:pathLst>
              <a:path w="3202546" h="3436477">
                <a:moveTo>
                  <a:pt x="0" y="0"/>
                </a:moveTo>
                <a:lnTo>
                  <a:pt x="3202546" y="3214418"/>
                </a:lnTo>
                <a:lnTo>
                  <a:pt x="3202546" y="3436477"/>
                </a:lnTo>
                <a:lnTo>
                  <a:pt x="0" y="343647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0" name="Title 19">
            <a:extLst>
              <a:ext uri="{FF2B5EF4-FFF2-40B4-BE49-F238E27FC236}">
                <a16:creationId xmlns:a16="http://schemas.microsoft.com/office/drawing/2014/main" id="{C26B5661-F583-FA44-8353-161B862E69B1}"/>
              </a:ext>
            </a:extLst>
          </p:cNvPr>
          <p:cNvSpPr>
            <a:spLocks noGrp="1"/>
          </p:cNvSpPr>
          <p:nvPr userDrawn="1">
            <p:ph type="title" hasCustomPrompt="1"/>
          </p:nvPr>
        </p:nvSpPr>
        <p:spPr>
          <a:xfrm>
            <a:off x="914399" y="834635"/>
            <a:ext cx="7796464" cy="1222385"/>
          </a:xfrm>
        </p:spPr>
        <p:txBody>
          <a:bodyPr tIns="0" bIns="0">
            <a:noAutofit/>
          </a:bodyPr>
          <a:lstStyle>
            <a:lvl1pPr algn="l">
              <a:lnSpc>
                <a:spcPct val="100000"/>
              </a:lnSpc>
              <a:defRPr sz="3600"/>
            </a:lvl1pPr>
          </a:lstStyle>
          <a:p>
            <a:r>
              <a:rPr lang="en-US" dirty="0"/>
              <a:t>Click to add title</a:t>
            </a:r>
          </a:p>
        </p:txBody>
      </p:sp>
      <p:sp>
        <p:nvSpPr>
          <p:cNvPr id="19" name="Slide Number Placeholder 2">
            <a:extLst>
              <a:ext uri="{FF2B5EF4-FFF2-40B4-BE49-F238E27FC236}">
                <a16:creationId xmlns:a16="http://schemas.microsoft.com/office/drawing/2014/main" id="{BFBCB81C-7599-87A1-8037-5FB8C374503A}"/>
              </a:ext>
            </a:extLst>
          </p:cNvPr>
          <p:cNvSpPr>
            <a:spLocks noGrp="1"/>
          </p:cNvSpPr>
          <p:nvPr userDrawn="1">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3" name="Content Placeholder 3">
            <a:extLst>
              <a:ext uri="{FF2B5EF4-FFF2-40B4-BE49-F238E27FC236}">
                <a16:creationId xmlns:a16="http://schemas.microsoft.com/office/drawing/2014/main" id="{6FF02D51-6992-3FED-2A19-92E5AC564CF4}"/>
              </a:ext>
            </a:extLst>
          </p:cNvPr>
          <p:cNvSpPr>
            <a:spLocks noGrp="1"/>
          </p:cNvSpPr>
          <p:nvPr userDrawn="1">
            <p:ph sz="half" idx="2" hasCustomPrompt="1"/>
          </p:nvPr>
        </p:nvSpPr>
        <p:spPr>
          <a:xfrm>
            <a:off x="914400" y="2303028"/>
            <a:ext cx="3283119"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Content Placeholder 5">
            <a:extLst>
              <a:ext uri="{FF2B5EF4-FFF2-40B4-BE49-F238E27FC236}">
                <a16:creationId xmlns:a16="http://schemas.microsoft.com/office/drawing/2014/main" id="{C2762372-3C12-61F8-F131-E4C08A2B1735}"/>
              </a:ext>
            </a:extLst>
          </p:cNvPr>
          <p:cNvSpPr>
            <a:spLocks noGrp="1"/>
          </p:cNvSpPr>
          <p:nvPr userDrawn="1">
            <p:ph sz="quarter" idx="4" hasCustomPrompt="1"/>
          </p:nvPr>
        </p:nvSpPr>
        <p:spPr>
          <a:xfrm>
            <a:off x="4782159" y="2303028"/>
            <a:ext cx="3284951"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86733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line 1">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965393"/>
            <a:ext cx="7631709" cy="1091627"/>
          </a:xfrm>
        </p:spPr>
        <p:txBody>
          <a:bodyPr tIns="0" bIns="0"/>
          <a:lstStyle>
            <a:lvl1pPr algn="l">
              <a:lnSpc>
                <a:spcPct val="100000"/>
              </a:lnSpc>
              <a:defRPr sz="3600">
                <a:solidFill>
                  <a:schemeClr val="accent6"/>
                </a:solidFill>
              </a:defRPr>
            </a:lvl1pPr>
          </a:lstStyle>
          <a:p>
            <a:r>
              <a:rPr lang="en-US" dirty="0"/>
              <a:t>Click to add title</a:t>
            </a:r>
          </a:p>
        </p:txBody>
      </p:sp>
      <p:sp>
        <p:nvSpPr>
          <p:cNvPr id="5" name="Content Placeholder 2">
            <a:extLst>
              <a:ext uri="{FF2B5EF4-FFF2-40B4-BE49-F238E27FC236}">
                <a16:creationId xmlns:a16="http://schemas.microsoft.com/office/drawing/2014/main" id="{0AADE444-940A-5A34-8C49-4F15BC33EEC7}"/>
              </a:ext>
            </a:extLst>
          </p:cNvPr>
          <p:cNvSpPr>
            <a:spLocks noGrp="1"/>
          </p:cNvSpPr>
          <p:nvPr>
            <p:ph sz="half" idx="15" hasCustomPrompt="1"/>
          </p:nvPr>
        </p:nvSpPr>
        <p:spPr>
          <a:xfrm>
            <a:off x="914400" y="2303028"/>
            <a:ext cx="3283119" cy="4144192"/>
          </a:xfrm>
        </p:spPr>
        <p:txBody>
          <a:bodyPr lIns="91440" tIns="0" rIns="91440" bIns="0">
            <a:normAutofit/>
          </a:bodyPr>
          <a:lstStyle>
            <a:lvl1pPr marL="457200" indent="-457200">
              <a:spcBef>
                <a:spcPts val="1000"/>
              </a:spcBef>
              <a:buFont typeface="+mj-lt"/>
              <a:buAutoNum type="arabicPeriod"/>
              <a:defRPr sz="1800"/>
            </a:lvl1pPr>
            <a:lvl2pPr marL="745236" indent="-342900">
              <a:spcBef>
                <a:spcPts val="1000"/>
              </a:spcBef>
              <a:buFont typeface="+mj-lt"/>
              <a:buAutoNum type="alphaLcPeriod"/>
              <a:defRPr sz="1800"/>
            </a:lvl2pPr>
            <a:lvl3pPr marL="1202436" indent="-342900">
              <a:spcBef>
                <a:spcPts val="1000"/>
              </a:spcBef>
              <a:buFont typeface="+mj-lt"/>
              <a:buAutoNum type="arabicParenR"/>
              <a:defRPr sz="1800"/>
            </a:lvl3pPr>
            <a:lvl4pPr marL="1659636" indent="-342900">
              <a:spcBef>
                <a:spcPts val="1000"/>
              </a:spcBef>
              <a:buFont typeface="+mj-lt"/>
              <a:buAutoNum type="alphaLcParenR"/>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3" name="Content Placeholder 2">
            <a:extLst>
              <a:ext uri="{FF2B5EF4-FFF2-40B4-BE49-F238E27FC236}">
                <a16:creationId xmlns:a16="http://schemas.microsoft.com/office/drawing/2014/main" id="{97A79FCB-9A9F-6B60-A95C-FCF020598DE3}"/>
              </a:ext>
            </a:extLst>
          </p:cNvPr>
          <p:cNvSpPr>
            <a:spLocks noGrp="1"/>
          </p:cNvSpPr>
          <p:nvPr>
            <p:ph sz="half" idx="1" hasCustomPrompt="1"/>
          </p:nvPr>
        </p:nvSpPr>
        <p:spPr>
          <a:xfrm>
            <a:off x="4782159" y="2303028"/>
            <a:ext cx="3763950" cy="4144192"/>
          </a:xfrm>
        </p:spPr>
        <p:txBody>
          <a:bodyPr lIns="91440" tIns="0" rIns="91440" bIns="0">
            <a:normAutofit/>
          </a:bodyPr>
          <a:lstStyle>
            <a:lvl1pPr marL="0" indent="0">
              <a:spcBef>
                <a:spcPts val="1000"/>
              </a:spcBef>
              <a:buNone/>
              <a:defRPr sz="1800"/>
            </a:lvl1pPr>
            <a:lvl2pPr indent="-283464">
              <a:spcBef>
                <a:spcPts val="1000"/>
              </a:spcBef>
              <a:defRPr sz="1800"/>
            </a:lvl2pPr>
            <a:lvl3pPr indent="-283464">
              <a:spcBef>
                <a:spcPts val="1000"/>
              </a:spcBef>
              <a:defRPr sz="1800"/>
            </a:lvl3pPr>
            <a:lvl4pPr indent="-283464">
              <a:spcBef>
                <a:spcPts val="1000"/>
              </a:spcBef>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Picture Placeholder 30">
            <a:extLst>
              <a:ext uri="{FF2B5EF4-FFF2-40B4-BE49-F238E27FC236}">
                <a16:creationId xmlns:a16="http://schemas.microsoft.com/office/drawing/2014/main" id="{2912B88E-830A-AD4C-378F-46EF5F77950C}"/>
              </a:ext>
            </a:extLst>
          </p:cNvPr>
          <p:cNvSpPr>
            <a:spLocks noGrp="1"/>
          </p:cNvSpPr>
          <p:nvPr>
            <p:ph type="pic" sz="quarter" idx="14" hasCustomPrompt="1"/>
          </p:nvPr>
        </p:nvSpPr>
        <p:spPr>
          <a:xfrm>
            <a:off x="8989454" y="965393"/>
            <a:ext cx="3202545" cy="5892607"/>
          </a:xfrm>
          <a:custGeom>
            <a:avLst/>
            <a:gdLst>
              <a:gd name="connsiteX0" fmla="*/ 0 w 3202545"/>
              <a:gd name="connsiteY0" fmla="*/ 0 h 6023366"/>
              <a:gd name="connsiteX1" fmla="*/ 3202545 w 3202545"/>
              <a:gd name="connsiteY1" fmla="*/ 0 h 6023366"/>
              <a:gd name="connsiteX2" fmla="*/ 3202545 w 3202545"/>
              <a:gd name="connsiteY2" fmla="*/ 3165406 h 6023366"/>
              <a:gd name="connsiteX3" fmla="*/ 2923656 w 3202545"/>
              <a:gd name="connsiteY3" fmla="*/ 3179481 h 6023366"/>
              <a:gd name="connsiteX4" fmla="*/ 364096 w 3202545"/>
              <a:gd name="connsiteY4" fmla="*/ 6016124 h 6023366"/>
              <a:gd name="connsiteX5" fmla="*/ 364096 w 3202545"/>
              <a:gd name="connsiteY5" fmla="*/ 6023364 h 6023366"/>
              <a:gd name="connsiteX6" fmla="*/ 1231541 w 3202545"/>
              <a:gd name="connsiteY6" fmla="*/ 6023364 h 6023366"/>
              <a:gd name="connsiteX7" fmla="*/ 1241636 w 3202545"/>
              <a:gd name="connsiteY7" fmla="*/ 5822974 h 6023366"/>
              <a:gd name="connsiteX8" fmla="*/ 3012253 w 3202545"/>
              <a:gd name="connsiteY8" fmla="*/ 4042481 h 6023366"/>
              <a:gd name="connsiteX9" fmla="*/ 3202545 w 3202545"/>
              <a:gd name="connsiteY9" fmla="*/ 4032784 h 6023366"/>
              <a:gd name="connsiteX10" fmla="*/ 3202545 w 3202545"/>
              <a:gd name="connsiteY10" fmla="*/ 4033098 h 6023366"/>
              <a:gd name="connsiteX11" fmla="*/ 3012291 w 3202545"/>
              <a:gd name="connsiteY11" fmla="*/ 4042794 h 6023366"/>
              <a:gd name="connsiteX12" fmla="*/ 1242011 w 3202545"/>
              <a:gd name="connsiteY12" fmla="*/ 5823008 h 6023366"/>
              <a:gd name="connsiteX13" fmla="*/ 1231918 w 3202545"/>
              <a:gd name="connsiteY13" fmla="*/ 6023365 h 6023366"/>
              <a:gd name="connsiteX14" fmla="*/ 3202545 w 3202545"/>
              <a:gd name="connsiteY14" fmla="*/ 6023365 h 6023366"/>
              <a:gd name="connsiteX15" fmla="*/ 3202545 w 3202545"/>
              <a:gd name="connsiteY15" fmla="*/ 6023366 h 6023366"/>
              <a:gd name="connsiteX16" fmla="*/ 0 w 3202545"/>
              <a:gd name="connsiteY16" fmla="*/ 6023366 h 6023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02545" h="6023366">
                <a:moveTo>
                  <a:pt x="0" y="0"/>
                </a:moveTo>
                <a:lnTo>
                  <a:pt x="3202545" y="0"/>
                </a:lnTo>
                <a:lnTo>
                  <a:pt x="3202545" y="3165406"/>
                </a:lnTo>
                <a:lnTo>
                  <a:pt x="2923656" y="3179481"/>
                </a:lnTo>
                <a:cubicBezTo>
                  <a:pt x="1485615" y="3325450"/>
                  <a:pt x="364096" y="4539349"/>
                  <a:pt x="364096" y="6016124"/>
                </a:cubicBezTo>
                <a:lnTo>
                  <a:pt x="364096" y="6023364"/>
                </a:lnTo>
                <a:lnTo>
                  <a:pt x="1231541" y="6023364"/>
                </a:lnTo>
                <a:lnTo>
                  <a:pt x="1241636" y="5822974"/>
                </a:lnTo>
                <a:cubicBezTo>
                  <a:pt x="1336361" y="4887576"/>
                  <a:pt x="2077946" y="4138236"/>
                  <a:pt x="3012253" y="4042481"/>
                </a:cubicBezTo>
                <a:lnTo>
                  <a:pt x="3202545" y="4032784"/>
                </a:lnTo>
                <a:lnTo>
                  <a:pt x="3202545" y="4033098"/>
                </a:lnTo>
                <a:lnTo>
                  <a:pt x="3012291" y="4042794"/>
                </a:lnTo>
                <a:cubicBezTo>
                  <a:pt x="2078162" y="4138534"/>
                  <a:pt x="1336718" y="4887757"/>
                  <a:pt x="1242011" y="5823008"/>
                </a:cubicBezTo>
                <a:lnTo>
                  <a:pt x="1231918" y="6023365"/>
                </a:lnTo>
                <a:lnTo>
                  <a:pt x="3202545" y="6023365"/>
                </a:lnTo>
                <a:lnTo>
                  <a:pt x="3202545" y="6023366"/>
                </a:lnTo>
                <a:lnTo>
                  <a:pt x="0" y="6023366"/>
                </a:lnTo>
                <a:close/>
              </a:path>
            </a:pathLst>
          </a:custGeom>
          <a:solidFill>
            <a:schemeClr val="accent4"/>
          </a:solidFill>
        </p:spPr>
        <p:txBody>
          <a:bodyPr wrap="square">
            <a:noAutofit/>
          </a:bodyPr>
          <a:lstStyle>
            <a:lvl1pPr marL="0" indent="0">
              <a:buNone/>
              <a:defRPr sz="1800"/>
            </a:lvl1pPr>
          </a:lstStyle>
          <a:p>
            <a:pPr lvl="0"/>
            <a:r>
              <a:rPr lang="en-US" dirty="0"/>
              <a:t>Click to add picture</a:t>
            </a:r>
          </a:p>
        </p:txBody>
      </p:sp>
      <p:grpSp>
        <p:nvGrpSpPr>
          <p:cNvPr id="32" name="Group 31">
            <a:extLst>
              <a:ext uri="{FF2B5EF4-FFF2-40B4-BE49-F238E27FC236}">
                <a16:creationId xmlns:a16="http://schemas.microsoft.com/office/drawing/2014/main" id="{B9152F76-E42E-3D76-6BDB-2FA0D69216AD}"/>
              </a:ext>
              <a:ext uri="{C183D7F6-B498-43B3-948B-1728B52AA6E4}">
                <adec:decorative xmlns:adec="http://schemas.microsoft.com/office/drawing/2017/decorative" val="1"/>
              </a:ext>
            </a:extLst>
          </p:cNvPr>
          <p:cNvGrpSpPr/>
          <p:nvPr userDrawn="1"/>
        </p:nvGrpSpPr>
        <p:grpSpPr>
          <a:xfrm>
            <a:off x="9353550" y="4000041"/>
            <a:ext cx="2838450" cy="2857959"/>
            <a:chOff x="12797096" y="4000041"/>
            <a:chExt cx="2838450" cy="2857959"/>
          </a:xfrm>
        </p:grpSpPr>
        <p:sp>
          <p:nvSpPr>
            <p:cNvPr id="20" name="Freeform: Shape 28">
              <a:extLst>
                <a:ext uri="{FF2B5EF4-FFF2-40B4-BE49-F238E27FC236}">
                  <a16:creationId xmlns:a16="http://schemas.microsoft.com/office/drawing/2014/main" id="{ED0348C7-D83F-0AD7-2539-41219A795693}"/>
                </a:ext>
                <a:ext uri="{C183D7F6-B498-43B3-948B-1728B52AA6E4}">
                  <adec:decorative xmlns:adec="http://schemas.microsoft.com/office/drawing/2017/decorative" val="1"/>
                </a:ext>
              </a:extLst>
            </p:cNvPr>
            <p:cNvSpPr/>
            <p:nvPr userDrawn="1"/>
          </p:nvSpPr>
          <p:spPr>
            <a:xfrm rot="10800000">
              <a:off x="12797096" y="4000041"/>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21" name="Freeform: Shape 25">
              <a:extLst>
                <a:ext uri="{FF2B5EF4-FFF2-40B4-BE49-F238E27FC236}">
                  <a16:creationId xmlns:a16="http://schemas.microsoft.com/office/drawing/2014/main" id="{E911AA2D-BE77-278D-CD2E-2EB3E180F3B8}"/>
                </a:ext>
                <a:ext uri="{C183D7F6-B498-43B3-948B-1728B52AA6E4}">
                  <adec:decorative xmlns:adec="http://schemas.microsoft.com/office/drawing/2017/decorative" val="1"/>
                </a:ext>
              </a:extLst>
            </p:cNvPr>
            <p:cNvSpPr/>
            <p:nvPr userDrawn="1"/>
          </p:nvSpPr>
          <p:spPr>
            <a:xfrm rot="10800000">
              <a:off x="13664918" y="4867733"/>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2" name="Freeform: Shape 15">
              <a:extLst>
                <a:ext uri="{FF2B5EF4-FFF2-40B4-BE49-F238E27FC236}">
                  <a16:creationId xmlns:a16="http://schemas.microsoft.com/office/drawing/2014/main" id="{B6CE0BA6-C0FD-AC39-6C31-8477E0CAFDB0}"/>
                </a:ext>
                <a:ext uri="{C183D7F6-B498-43B3-948B-1728B52AA6E4}">
                  <adec:decorative xmlns:adec="http://schemas.microsoft.com/office/drawing/2017/decorative" val="1"/>
                </a:ext>
              </a:extLst>
            </p:cNvPr>
            <p:cNvSpPr/>
            <p:nvPr userDrawn="1"/>
          </p:nvSpPr>
          <p:spPr>
            <a:xfrm rot="10800000">
              <a:off x="14632096" y="5844983"/>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3" name="Image 2">
              <a:extLst>
                <a:ext uri="{FF2B5EF4-FFF2-40B4-BE49-F238E27FC236}">
                  <a16:creationId xmlns:a16="http://schemas.microsoft.com/office/drawing/2014/main" id="{666AD1A4-36DE-12F3-BB78-BA678A59572C}"/>
                </a:ext>
                <a:ext uri="{C183D7F6-B498-43B3-948B-1728B52AA6E4}">
                  <adec:decorative xmlns:adec="http://schemas.microsoft.com/office/drawing/2017/decorative" val="1"/>
                </a:ext>
              </a:extLst>
            </p:cNvPr>
            <p:cNvSpPr/>
            <p:nvPr userDrawn="1"/>
          </p:nvSpPr>
          <p:spPr>
            <a:xfrm rot="10800000">
              <a:off x="13402193" y="5492845"/>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44" name="Slide Number Placeholder 2">
            <a:extLst>
              <a:ext uri="{FF2B5EF4-FFF2-40B4-BE49-F238E27FC236}">
                <a16:creationId xmlns:a16="http://schemas.microsoft.com/office/drawing/2014/main" id="{79071EEC-EAD1-8B22-009A-68E74589AA8D}"/>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183620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2">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28259CF0-6BC5-3693-6F49-C4489C07C317}"/>
              </a:ext>
              <a:ext uri="{C183D7F6-B498-43B3-948B-1728B52AA6E4}">
                <adec:decorative xmlns:adec="http://schemas.microsoft.com/office/drawing/2017/decorative" val="1"/>
              </a:ext>
            </a:extLst>
          </p:cNvPr>
          <p:cNvSpPr/>
          <p:nvPr/>
        </p:nvSpPr>
        <p:spPr>
          <a:xfrm>
            <a:off x="8989454" y="-2546"/>
            <a:ext cx="3202546" cy="3441072"/>
          </a:xfrm>
          <a:custGeom>
            <a:avLst/>
            <a:gdLst>
              <a:gd name="connsiteX0" fmla="*/ 3202546 w 3202546"/>
              <a:gd name="connsiteY0" fmla="*/ 0 h 3441072"/>
              <a:gd name="connsiteX1" fmla="*/ 3202546 w 3202546"/>
              <a:gd name="connsiteY1" fmla="*/ 3441072 h 3441072"/>
              <a:gd name="connsiteX2" fmla="*/ 0 w 3202546"/>
              <a:gd name="connsiteY2" fmla="*/ 3441072 h 3441072"/>
              <a:gd name="connsiteX3" fmla="*/ 3082686 w 3202546"/>
              <a:gd name="connsiteY3" fmla="*/ 6086 h 3441072"/>
            </a:gdLst>
            <a:ahLst/>
            <a:cxnLst>
              <a:cxn ang="0">
                <a:pos x="connsiteX0" y="connsiteY0"/>
              </a:cxn>
              <a:cxn ang="0">
                <a:pos x="connsiteX1" y="connsiteY1"/>
              </a:cxn>
              <a:cxn ang="0">
                <a:pos x="connsiteX2" y="connsiteY2"/>
              </a:cxn>
              <a:cxn ang="0">
                <a:pos x="connsiteX3" y="connsiteY3"/>
              </a:cxn>
            </a:cxnLst>
            <a:rect l="l" t="t" r="r" b="b"/>
            <a:pathLst>
              <a:path w="3202546" h="3441072">
                <a:moveTo>
                  <a:pt x="3202546" y="0"/>
                </a:moveTo>
                <a:lnTo>
                  <a:pt x="3202546" y="3441072"/>
                </a:lnTo>
                <a:lnTo>
                  <a:pt x="0" y="3441072"/>
                </a:lnTo>
                <a:cubicBezTo>
                  <a:pt x="0" y="1653352"/>
                  <a:pt x="1351216" y="182908"/>
                  <a:pt x="3082686" y="6086"/>
                </a:cubicBezTo>
                <a:close/>
              </a:path>
            </a:pathLst>
          </a:custGeom>
          <a:solidFill>
            <a:schemeClr val="accent1"/>
          </a:solidFill>
          <a:ln w="4756" cap="flat">
            <a:noFill/>
            <a:prstDash val="solid"/>
            <a:miter/>
          </a:ln>
        </p:spPr>
        <p:txBody>
          <a:bodyPr wrap="square" rtlCol="0" anchor="ctr">
            <a:noAutofit/>
          </a:bodyPr>
          <a:lstStyle/>
          <a:p>
            <a:endParaRPr lang="en-US" dirty="0"/>
          </a:p>
        </p:txBody>
      </p:sp>
      <p:sp>
        <p:nvSpPr>
          <p:cNvPr id="26" name="Image 4">
            <a:extLst>
              <a:ext uri="{FF2B5EF4-FFF2-40B4-BE49-F238E27FC236}">
                <a16:creationId xmlns:a16="http://schemas.microsoft.com/office/drawing/2014/main" id="{9019DA73-2516-F3D2-ECDB-620C90483DB3}"/>
              </a:ext>
              <a:ext uri="{C183D7F6-B498-43B3-948B-1728B52AA6E4}">
                <adec:decorative xmlns:adec="http://schemas.microsoft.com/office/drawing/2017/decorative" val="1"/>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5665DA82-D253-8EC5-5DFB-F0266ED9FBB4}"/>
              </a:ext>
              <a:ext uri="{C183D7F6-B498-43B3-948B-1728B52AA6E4}">
                <adec:decorative xmlns:adec="http://schemas.microsoft.com/office/drawing/2017/decorative" val="1"/>
              </a:ext>
            </a:extLst>
          </p:cNvPr>
          <p:cNvSpPr/>
          <p:nvPr/>
        </p:nvSpPr>
        <p:spPr>
          <a:xfrm flipV="1">
            <a:off x="-20086" y="5331514"/>
            <a:ext cx="2148416" cy="1526486"/>
          </a:xfrm>
          <a:custGeom>
            <a:avLst/>
            <a:gdLst>
              <a:gd name="connsiteX0" fmla="*/ 0 w 2148416"/>
              <a:gd name="connsiteY0" fmla="*/ 1526486 h 1526486"/>
              <a:gd name="connsiteX1" fmla="*/ 2098930 w 2148416"/>
              <a:gd name="connsiteY1" fmla="*/ 135201 h 1526486"/>
              <a:gd name="connsiteX2" fmla="*/ 2148416 w 2148416"/>
              <a:gd name="connsiteY2" fmla="*/ 0 h 1526486"/>
              <a:gd name="connsiteX3" fmla="*/ 0 w 2148416"/>
              <a:gd name="connsiteY3" fmla="*/ 0 h 1526486"/>
            </a:gdLst>
            <a:ahLst/>
            <a:cxnLst>
              <a:cxn ang="0">
                <a:pos x="connsiteX0" y="connsiteY0"/>
              </a:cxn>
              <a:cxn ang="0">
                <a:pos x="connsiteX1" y="connsiteY1"/>
              </a:cxn>
              <a:cxn ang="0">
                <a:pos x="connsiteX2" y="connsiteY2"/>
              </a:cxn>
              <a:cxn ang="0">
                <a:pos x="connsiteX3" y="connsiteY3"/>
              </a:cxn>
            </a:cxnLst>
            <a:rect l="l" t="t" r="r" b="b"/>
            <a:pathLst>
              <a:path w="2148416" h="1526486">
                <a:moveTo>
                  <a:pt x="0" y="1526486"/>
                </a:moveTo>
                <a:cubicBezTo>
                  <a:pt x="943526" y="1526486"/>
                  <a:pt x="1753109" y="952785"/>
                  <a:pt x="2098930" y="135201"/>
                </a:cubicBezTo>
                <a:lnTo>
                  <a:pt x="2148416" y="0"/>
                </a:lnTo>
                <a:lnTo>
                  <a:pt x="0" y="0"/>
                </a:lnTo>
                <a:close/>
              </a:path>
            </a:pathLst>
          </a:custGeom>
          <a:solidFill>
            <a:schemeClr val="accent4">
              <a:alpha val="50000"/>
            </a:schemeClr>
          </a:solidFill>
          <a:ln w="5083" cap="flat">
            <a:noFill/>
            <a:prstDash val="solid"/>
            <a:miter/>
          </a:ln>
        </p:spPr>
        <p:txBody>
          <a:bodyPr wrap="square" rtlCol="0" anchor="ctr">
            <a:noAutofit/>
          </a:bodyPr>
          <a:lstStyle/>
          <a:p>
            <a:endParaRPr lang="en-US" dirty="0"/>
          </a:p>
        </p:txBody>
      </p:sp>
      <p:pic>
        <p:nvPicPr>
          <p:cNvPr id="21" name="Image 2">
            <a:extLst>
              <a:ext uri="{FF2B5EF4-FFF2-40B4-BE49-F238E27FC236}">
                <a16:creationId xmlns:a16="http://schemas.microsoft.com/office/drawing/2014/main" id="{A8B7F1F1-806C-8D65-7340-220A0C4653C8}"/>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rot="5400000">
            <a:off x="9991886" y="1247775"/>
            <a:ext cx="2200114" cy="2200114"/>
          </a:xfrm>
          <a:prstGeom prst="rect">
            <a:avLst/>
          </a:prstGeom>
        </p:spPr>
      </p:pic>
      <p:sp>
        <p:nvSpPr>
          <p:cNvPr id="12" name="Freeform 11">
            <a:extLst>
              <a:ext uri="{FF2B5EF4-FFF2-40B4-BE49-F238E27FC236}">
                <a16:creationId xmlns:a16="http://schemas.microsoft.com/office/drawing/2014/main" id="{E76518D4-6149-BA03-3BE5-6A13A792C115}"/>
              </a:ext>
              <a:ext uri="{C183D7F6-B498-43B3-948B-1728B52AA6E4}">
                <adec:decorative xmlns:adec="http://schemas.microsoft.com/office/drawing/2017/decorative" val="1"/>
              </a:ext>
            </a:extLst>
          </p:cNvPr>
          <p:cNvSpPr/>
          <p:nvPr/>
        </p:nvSpPr>
        <p:spPr>
          <a:xfrm>
            <a:off x="1540428" y="6470488"/>
            <a:ext cx="775021" cy="387513"/>
          </a:xfrm>
          <a:custGeom>
            <a:avLst/>
            <a:gdLst>
              <a:gd name="connsiteX0" fmla="*/ 387511 w 775021"/>
              <a:gd name="connsiteY0" fmla="*/ 0 h 387513"/>
              <a:gd name="connsiteX1" fmla="*/ 775021 w 775021"/>
              <a:gd name="connsiteY1" fmla="*/ 387511 h 387513"/>
              <a:gd name="connsiteX2" fmla="*/ 775021 w 775021"/>
              <a:gd name="connsiteY2" fmla="*/ 387513 h 387513"/>
              <a:gd name="connsiteX3" fmla="*/ 1 w 775021"/>
              <a:gd name="connsiteY3" fmla="*/ 387513 h 387513"/>
              <a:gd name="connsiteX4" fmla="*/ 0 w 775021"/>
              <a:gd name="connsiteY4" fmla="*/ 387511 h 387513"/>
              <a:gd name="connsiteX5" fmla="*/ 387511 w 775021"/>
              <a:gd name="connsiteY5" fmla="*/ 0 h 387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5021" h="387513">
                <a:moveTo>
                  <a:pt x="387511" y="0"/>
                </a:moveTo>
                <a:cubicBezTo>
                  <a:pt x="601527" y="0"/>
                  <a:pt x="775021" y="173494"/>
                  <a:pt x="775021" y="387511"/>
                </a:cubicBezTo>
                <a:lnTo>
                  <a:pt x="775021" y="387513"/>
                </a:lnTo>
                <a:lnTo>
                  <a:pt x="1" y="387513"/>
                </a:lnTo>
                <a:lnTo>
                  <a:pt x="0" y="387511"/>
                </a:lnTo>
                <a:cubicBezTo>
                  <a:pt x="0" y="173494"/>
                  <a:pt x="173494" y="0"/>
                  <a:pt x="387511" y="0"/>
                </a:cubicBezTo>
                <a:close/>
              </a:path>
            </a:pathLst>
          </a:custGeom>
          <a:solidFill>
            <a:schemeClr val="accent6"/>
          </a:solidFill>
          <a:ln w="3801" cap="flat">
            <a:noFill/>
            <a:prstDash val="solid"/>
            <a:miter/>
          </a:ln>
        </p:spPr>
        <p:txBody>
          <a:bodyPr wrap="square" rtlCol="0" anchor="ctr">
            <a:noAutofit/>
          </a:bodyPr>
          <a:lstStyle/>
          <a:p>
            <a:endParaRPr lang="en-US" dirty="0"/>
          </a:p>
        </p:txBody>
      </p:sp>
      <p:sp>
        <p:nvSpPr>
          <p:cNvPr id="2" name="Title 1"/>
          <p:cNvSpPr>
            <a:spLocks noGrp="1"/>
          </p:cNvSpPr>
          <p:nvPr>
            <p:ph type="title"/>
          </p:nvPr>
        </p:nvSpPr>
        <p:spPr>
          <a:xfrm>
            <a:off x="914400" y="1057274"/>
            <a:ext cx="7843837" cy="1012782"/>
          </a:xfrm>
        </p:spPr>
        <p:txBody>
          <a:bodyPr tIns="0" bIns="0">
            <a:noAutofit/>
          </a:bodyPr>
          <a:lstStyle>
            <a:lvl1pPr algn="l">
              <a:lnSpc>
                <a:spcPct val="100000"/>
              </a:lnSpc>
              <a:defRPr sz="3600" b="1"/>
            </a:lvl1pPr>
          </a:lstStyle>
          <a:p>
            <a:r>
              <a:rPr lang="en-US"/>
              <a:t>Click to edit Master title style</a:t>
            </a:r>
            <a:endParaRPr lang="en-US" dirty="0"/>
          </a:p>
        </p:txBody>
      </p:sp>
      <p:sp>
        <p:nvSpPr>
          <p:cNvPr id="30" name="Content Placeholder 2">
            <a:extLst>
              <a:ext uri="{FF2B5EF4-FFF2-40B4-BE49-F238E27FC236}">
                <a16:creationId xmlns:a16="http://schemas.microsoft.com/office/drawing/2014/main" id="{58F56A7F-403C-059D-4B58-A8D59888A158}"/>
              </a:ext>
            </a:extLst>
          </p:cNvPr>
          <p:cNvSpPr>
            <a:spLocks noGrp="1"/>
          </p:cNvSpPr>
          <p:nvPr>
            <p:ph idx="13" hasCustomPrompt="1"/>
          </p:nvPr>
        </p:nvSpPr>
        <p:spPr>
          <a:xfrm>
            <a:off x="914400" y="2331791"/>
            <a:ext cx="6903076" cy="3721817"/>
          </a:xfrm>
        </p:spPr>
        <p:txBody>
          <a:bodyPr tIns="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10" name="Picture Placeholder 9">
            <a:extLst>
              <a:ext uri="{FF2B5EF4-FFF2-40B4-BE49-F238E27FC236}">
                <a16:creationId xmlns:a16="http://schemas.microsoft.com/office/drawing/2014/main" id="{0723BF40-731C-2A5B-FC2F-B59DEF431C66}"/>
              </a:ext>
            </a:extLst>
          </p:cNvPr>
          <p:cNvSpPr>
            <a:spLocks noGrp="1"/>
          </p:cNvSpPr>
          <p:nvPr>
            <p:ph type="pic" sz="quarter" idx="14"/>
          </p:nvPr>
        </p:nvSpPr>
        <p:spPr>
          <a:xfrm>
            <a:off x="8989454" y="3405189"/>
            <a:ext cx="3202546" cy="3452811"/>
          </a:xfrm>
          <a:solidFill>
            <a:schemeClr val="accent1"/>
          </a:solidFill>
        </p:spPr>
        <p:txBody>
          <a:bodyPr>
            <a:normAutofit/>
          </a:bodyPr>
          <a:lstStyle>
            <a:lvl1pPr marL="0" indent="0">
              <a:buNone/>
              <a:defRPr sz="1800"/>
            </a:lvl1pPr>
          </a:lstStyle>
          <a:p>
            <a:r>
              <a:rPr lang="en-US"/>
              <a:t>Click icon to add picture</a:t>
            </a:r>
            <a:endParaRPr lang="en-US" dirty="0"/>
          </a:p>
        </p:txBody>
      </p:sp>
      <p:sp>
        <p:nvSpPr>
          <p:cNvPr id="20" name="Slide Number Placeholder 2">
            <a:extLst>
              <a:ext uri="{FF2B5EF4-FFF2-40B4-BE49-F238E27FC236}">
                <a16:creationId xmlns:a16="http://schemas.microsoft.com/office/drawing/2014/main" id="{3ACD3A33-D8A4-7058-9798-30967E3EFD39}"/>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7104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 3">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D014917C-8694-B4A4-A211-0F31F00E247E}"/>
              </a:ext>
              <a:ext uri="{C183D7F6-B498-43B3-948B-1728B52AA6E4}">
                <adec:decorative xmlns:adec="http://schemas.microsoft.com/office/drawing/2017/decorative" val="1"/>
              </a:ext>
            </a:extLst>
          </p:cNvPr>
          <p:cNvSpPr/>
          <p:nvPr userDrawn="1"/>
        </p:nvSpPr>
        <p:spPr>
          <a:xfrm>
            <a:off x="1" y="0"/>
            <a:ext cx="1550562" cy="2545382"/>
          </a:xfrm>
          <a:custGeom>
            <a:avLst/>
            <a:gdLst>
              <a:gd name="connsiteX0" fmla="*/ 683117 w 1550562"/>
              <a:gd name="connsiteY0" fmla="*/ 0 h 2545382"/>
              <a:gd name="connsiteX1" fmla="*/ 1550562 w 1550562"/>
              <a:gd name="connsiteY1" fmla="*/ 0 h 2545382"/>
              <a:gd name="connsiteX2" fmla="*/ 1550562 w 1550562"/>
              <a:gd name="connsiteY2" fmla="*/ 7240 h 2545382"/>
              <a:gd name="connsiteX3" fmla="*/ 221868 w 1550562"/>
              <a:gd name="connsiteY3" fmla="*/ 2418735 h 2545382"/>
              <a:gd name="connsiteX4" fmla="*/ 0 w 1550562"/>
              <a:gd name="connsiteY4" fmla="*/ 2545382 h 2545382"/>
              <a:gd name="connsiteX5" fmla="*/ 0 w 1550562"/>
              <a:gd name="connsiteY5" fmla="*/ 1500516 h 2545382"/>
              <a:gd name="connsiteX6" fmla="*/ 102557 w 1550562"/>
              <a:gd name="connsiteY6" fmla="*/ 1405503 h 2545382"/>
              <a:gd name="connsiteX7" fmla="*/ 673022 w 1550562"/>
              <a:gd name="connsiteY7" fmla="*/ 200390 h 2545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0562" h="2545382">
                <a:moveTo>
                  <a:pt x="683117" y="0"/>
                </a:moveTo>
                <a:lnTo>
                  <a:pt x="1550562" y="0"/>
                </a:lnTo>
                <a:lnTo>
                  <a:pt x="1550562" y="7240"/>
                </a:lnTo>
                <a:cubicBezTo>
                  <a:pt x="1550562" y="1022523"/>
                  <a:pt x="1020469" y="1913556"/>
                  <a:pt x="221868" y="2418735"/>
                </a:cubicBezTo>
                <a:lnTo>
                  <a:pt x="0" y="2545382"/>
                </a:lnTo>
                <a:lnTo>
                  <a:pt x="0" y="1500516"/>
                </a:lnTo>
                <a:lnTo>
                  <a:pt x="102557" y="1405503"/>
                </a:lnTo>
                <a:cubicBezTo>
                  <a:pt x="416582" y="1089274"/>
                  <a:pt x="625660" y="668089"/>
                  <a:pt x="673022"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0" name="Freeform 9">
            <a:extLst>
              <a:ext uri="{FF2B5EF4-FFF2-40B4-BE49-F238E27FC236}">
                <a16:creationId xmlns:a16="http://schemas.microsoft.com/office/drawing/2014/main" id="{A7DB6972-BB75-254A-BA88-C0C3E6E93BDB}"/>
              </a:ext>
              <a:ext uri="{C183D7F6-B498-43B3-948B-1728B52AA6E4}">
                <adec:decorative xmlns:adec="http://schemas.microsoft.com/office/drawing/2017/decorative" val="1"/>
              </a:ext>
            </a:extLst>
          </p:cNvPr>
          <p:cNvSpPr/>
          <p:nvPr userDrawn="1"/>
        </p:nvSpPr>
        <p:spPr>
          <a:xfrm>
            <a:off x="1" y="-1"/>
            <a:ext cx="682740" cy="1500050"/>
          </a:xfrm>
          <a:custGeom>
            <a:avLst/>
            <a:gdLst>
              <a:gd name="connsiteX0" fmla="*/ 0 w 682740"/>
              <a:gd name="connsiteY0" fmla="*/ 0 h 1500050"/>
              <a:gd name="connsiteX1" fmla="*/ 682740 w 682740"/>
              <a:gd name="connsiteY1" fmla="*/ 0 h 1500050"/>
              <a:gd name="connsiteX2" fmla="*/ 672647 w 682740"/>
              <a:gd name="connsiteY2" fmla="*/ 200357 h 1500050"/>
              <a:gd name="connsiteX3" fmla="*/ 102290 w 682740"/>
              <a:gd name="connsiteY3" fmla="*/ 1405281 h 1500050"/>
              <a:gd name="connsiteX4" fmla="*/ 0 w 682740"/>
              <a:gd name="connsiteY4" fmla="*/ 1500050 h 1500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740" h="1500050">
                <a:moveTo>
                  <a:pt x="0" y="0"/>
                </a:moveTo>
                <a:lnTo>
                  <a:pt x="682740" y="0"/>
                </a:lnTo>
                <a:lnTo>
                  <a:pt x="672647" y="200357"/>
                </a:lnTo>
                <a:cubicBezTo>
                  <a:pt x="625294" y="667983"/>
                  <a:pt x="416256" y="1089101"/>
                  <a:pt x="102290" y="1405281"/>
                </a:cubicBezTo>
                <a:lnTo>
                  <a:pt x="0" y="150005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0" name="Image 2">
            <a:extLst>
              <a:ext uri="{FF2B5EF4-FFF2-40B4-BE49-F238E27FC236}">
                <a16:creationId xmlns:a16="http://schemas.microsoft.com/office/drawing/2014/main" id="{790E862E-398F-571C-EC2C-3D17164DE059}"/>
              </a:ext>
              <a:ext uri="{C183D7F6-B498-43B3-948B-1728B52AA6E4}">
                <adec:decorative xmlns:adec="http://schemas.microsoft.com/office/drawing/2017/decorative" val="1"/>
              </a:ext>
            </a:extLst>
          </p:cNvPr>
          <p:cNvSpPr/>
          <p:nvPr/>
        </p:nvSpPr>
        <p:spPr>
          <a:xfrm>
            <a:off x="170445" y="314191"/>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6" name="Title 1">
            <a:extLst>
              <a:ext uri="{FF2B5EF4-FFF2-40B4-BE49-F238E27FC236}">
                <a16:creationId xmlns:a16="http://schemas.microsoft.com/office/drawing/2014/main" id="{1C975BF2-D657-C309-269D-B8D006263130}"/>
              </a:ext>
            </a:extLst>
          </p:cNvPr>
          <p:cNvSpPr>
            <a:spLocks noGrp="1"/>
          </p:cNvSpPr>
          <p:nvPr>
            <p:ph type="title" hasCustomPrompt="1"/>
          </p:nvPr>
        </p:nvSpPr>
        <p:spPr>
          <a:xfrm>
            <a:off x="1550563" y="1089213"/>
            <a:ext cx="9879437" cy="980844"/>
          </a:xfrm>
        </p:spPr>
        <p:txBody>
          <a:bodyPr tIns="0" bIns="0"/>
          <a:lstStyle>
            <a:lvl1pPr algn="l">
              <a:lnSpc>
                <a:spcPct val="100000"/>
              </a:lnSpc>
              <a:defRPr sz="3600">
                <a:solidFill>
                  <a:schemeClr val="accent6"/>
                </a:solidFill>
              </a:defRPr>
            </a:lvl1pPr>
          </a:lstStyle>
          <a:p>
            <a:r>
              <a:rPr lang="en-US" dirty="0"/>
              <a:t>Click to add title</a:t>
            </a:r>
          </a:p>
        </p:txBody>
      </p:sp>
      <p:sp>
        <p:nvSpPr>
          <p:cNvPr id="4" name="Text Placeholder 54">
            <a:extLst>
              <a:ext uri="{FF2B5EF4-FFF2-40B4-BE49-F238E27FC236}">
                <a16:creationId xmlns:a16="http://schemas.microsoft.com/office/drawing/2014/main" id="{A0AEB4DF-13C8-8171-2BDB-FD1AD542E783}"/>
              </a:ext>
            </a:extLst>
          </p:cNvPr>
          <p:cNvSpPr>
            <a:spLocks noGrp="1"/>
          </p:cNvSpPr>
          <p:nvPr>
            <p:ph type="body" sz="quarter" idx="13" hasCustomPrompt="1"/>
          </p:nvPr>
        </p:nvSpPr>
        <p:spPr>
          <a:xfrm>
            <a:off x="1550564" y="2331958"/>
            <a:ext cx="2975217" cy="3704266"/>
          </a:xfrm>
        </p:spPr>
        <p:txBody>
          <a:bodyPr lIns="91440" tIns="0" rIns="91440" bIns="0" anchor="t" anchorCtr="0">
            <a:noAutofit/>
          </a:bodyPr>
          <a:lstStyle>
            <a:lvl1pPr marL="0" indent="0">
              <a:lnSpc>
                <a:spcPct val="100000"/>
              </a:lnSpc>
              <a:spcBef>
                <a:spcPts val="0"/>
              </a:spcBef>
              <a:spcAft>
                <a:spcPts val="1200"/>
              </a:spcAft>
              <a:buFont typeface="Arial" panose="020B0604020202020204" pitchFamily="34" charset="0"/>
              <a:buNone/>
              <a:defRPr sz="1800"/>
            </a:lvl1pPr>
          </a:lstStyle>
          <a:p>
            <a:r>
              <a:rPr lang="en-US" dirty="0"/>
              <a:t>Click to add subtitle</a:t>
            </a:r>
          </a:p>
        </p:txBody>
      </p:sp>
      <p:sp>
        <p:nvSpPr>
          <p:cNvPr id="9" name="Content Placeholder 2">
            <a:extLst>
              <a:ext uri="{FF2B5EF4-FFF2-40B4-BE49-F238E27FC236}">
                <a16:creationId xmlns:a16="http://schemas.microsoft.com/office/drawing/2014/main" id="{42134EBA-AF32-9F8A-370F-0D3E842F0397}"/>
              </a:ext>
            </a:extLst>
          </p:cNvPr>
          <p:cNvSpPr>
            <a:spLocks noGrp="1"/>
          </p:cNvSpPr>
          <p:nvPr>
            <p:ph sz="half" idx="1" hasCustomPrompt="1"/>
          </p:nvPr>
        </p:nvSpPr>
        <p:spPr>
          <a:xfrm>
            <a:off x="5087154" y="2331791"/>
            <a:ext cx="6345893" cy="3721817"/>
          </a:xfrm>
        </p:spPr>
        <p:txBody>
          <a:bodyPr lIns="91440" rIns="91440">
            <a:normAutofit/>
          </a:bodyPr>
          <a:lstStyle>
            <a:lvl1pPr>
              <a:defRPr sz="1800"/>
            </a:lvl1pPr>
            <a:lvl2pPr>
              <a:defRPr sz="1800"/>
            </a:lvl2pPr>
            <a:lvl3pPr>
              <a:defRPr sz="1800"/>
            </a:lvl3pPr>
            <a:lvl4pPr>
              <a:defRPr sz="1800"/>
            </a:lvl4pPr>
            <a:lvl5pP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Slide Number Placeholder 2">
            <a:extLst>
              <a:ext uri="{FF2B5EF4-FFF2-40B4-BE49-F238E27FC236}">
                <a16:creationId xmlns:a16="http://schemas.microsoft.com/office/drawing/2014/main" id="{AE99A73D-155B-A133-9671-506F54A0559A}"/>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3958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mmary 3">
    <p:spTree>
      <p:nvGrpSpPr>
        <p:cNvPr id="1" name=""/>
        <p:cNvGrpSpPr/>
        <p:nvPr/>
      </p:nvGrpSpPr>
      <p:grpSpPr>
        <a:xfrm>
          <a:off x="0" y="0"/>
          <a:ext cx="0" cy="0"/>
          <a:chOff x="0" y="0"/>
          <a:chExt cx="0" cy="0"/>
        </a:xfrm>
      </p:grpSpPr>
      <p:pic>
        <p:nvPicPr>
          <p:cNvPr id="29" name="Graphic 28">
            <a:extLst>
              <a:ext uri="{FF2B5EF4-FFF2-40B4-BE49-F238E27FC236}">
                <a16:creationId xmlns:a16="http://schemas.microsoft.com/office/drawing/2014/main" id="{D5595DD5-43B0-252F-8BC6-6B74340C5BC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a:off x="1" y="-1"/>
            <a:ext cx="443344" cy="6856025"/>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sp>
        <p:nvSpPr>
          <p:cNvPr id="2" name="Title 1"/>
          <p:cNvSpPr>
            <a:spLocks noGrp="1"/>
          </p:cNvSpPr>
          <p:nvPr>
            <p:ph type="title" hasCustomPrompt="1"/>
          </p:nvPr>
        </p:nvSpPr>
        <p:spPr>
          <a:xfrm>
            <a:off x="1550564" y="1057274"/>
            <a:ext cx="9875463" cy="999746"/>
          </a:xfrm>
        </p:spPr>
        <p:txBody>
          <a:bodyPr tIns="0" bIns="0">
            <a:noAutofit/>
          </a:bodyPr>
          <a:lstStyle>
            <a:lvl1pPr algn="l">
              <a:lnSpc>
                <a:spcPct val="100000"/>
              </a:lnSpc>
              <a:defRPr sz="3600" b="1"/>
            </a:lvl1pPr>
          </a:lstStyle>
          <a:p>
            <a:r>
              <a:rPr lang="en-US" dirty="0"/>
              <a:t>Click to add title</a:t>
            </a:r>
          </a:p>
        </p:txBody>
      </p:sp>
      <p:sp>
        <p:nvSpPr>
          <p:cNvPr id="49" name="Freeform 48">
            <a:extLst>
              <a:ext uri="{FF2B5EF4-FFF2-40B4-BE49-F238E27FC236}">
                <a16:creationId xmlns:a16="http://schemas.microsoft.com/office/drawing/2014/main" id="{BC3A3767-6C5E-8188-0A49-955BBACE37F0}"/>
              </a:ext>
              <a:ext uri="{C183D7F6-B498-43B3-948B-1728B52AA6E4}">
                <adec:decorative xmlns:adec="http://schemas.microsoft.com/office/drawing/2017/decorative" val="1"/>
              </a:ext>
            </a:extLst>
          </p:cNvPr>
          <p:cNvSpPr/>
          <p:nvPr userDrawn="1"/>
        </p:nvSpPr>
        <p:spPr>
          <a:xfrm flipH="1" flipV="1">
            <a:off x="-3" y="4420134"/>
            <a:ext cx="1293237" cy="2437866"/>
          </a:xfrm>
          <a:custGeom>
            <a:avLst/>
            <a:gdLst>
              <a:gd name="connsiteX0" fmla="*/ 1293237 w 1293237"/>
              <a:gd name="connsiteY0" fmla="*/ 2437866 h 2437866"/>
              <a:gd name="connsiteX1" fmla="*/ 1292465 w 1293237"/>
              <a:gd name="connsiteY1" fmla="*/ 2437373 h 2437866"/>
              <a:gd name="connsiteX2" fmla="*/ 0 w 1293237"/>
              <a:gd name="connsiteY2" fmla="*/ 0 h 2437866"/>
              <a:gd name="connsiteX3" fmla="*/ 1293237 w 1293237"/>
              <a:gd name="connsiteY3" fmla="*/ 0 h 2437866"/>
            </a:gdLst>
            <a:ahLst/>
            <a:cxnLst>
              <a:cxn ang="0">
                <a:pos x="connsiteX0" y="connsiteY0"/>
              </a:cxn>
              <a:cxn ang="0">
                <a:pos x="connsiteX1" y="connsiteY1"/>
              </a:cxn>
              <a:cxn ang="0">
                <a:pos x="connsiteX2" y="connsiteY2"/>
              </a:cxn>
              <a:cxn ang="0">
                <a:pos x="connsiteX3" y="connsiteY3"/>
              </a:cxn>
            </a:cxnLst>
            <a:rect l="l" t="t" r="r" b="b"/>
            <a:pathLst>
              <a:path w="1293237" h="2437866">
                <a:moveTo>
                  <a:pt x="1293237" y="2437866"/>
                </a:moveTo>
                <a:lnTo>
                  <a:pt x="1292465" y="2437373"/>
                </a:lnTo>
                <a:cubicBezTo>
                  <a:pt x="511725" y="1903845"/>
                  <a:pt x="0" y="1011184"/>
                  <a:pt x="0" y="0"/>
                </a:cubicBezTo>
                <a:lnTo>
                  <a:pt x="1293237" y="0"/>
                </a:lnTo>
                <a:close/>
              </a:path>
            </a:pathLst>
          </a:custGeom>
          <a:solidFill>
            <a:schemeClr val="accent1"/>
          </a:solidFill>
          <a:ln w="4763" cap="flat">
            <a:noFill/>
            <a:prstDash val="solid"/>
            <a:miter/>
          </a:ln>
        </p:spPr>
        <p:txBody>
          <a:bodyPr wrap="square" rtlCol="0" anchor="ctr">
            <a:noAutofit/>
          </a:bodyPr>
          <a:lstStyle/>
          <a:p>
            <a:endParaRPr lang="en-US" dirty="0"/>
          </a:p>
        </p:txBody>
      </p:sp>
      <p:sp>
        <p:nvSpPr>
          <p:cNvPr id="16" name="Content Placeholder 3">
            <a:extLst>
              <a:ext uri="{FF2B5EF4-FFF2-40B4-BE49-F238E27FC236}">
                <a16:creationId xmlns:a16="http://schemas.microsoft.com/office/drawing/2014/main" id="{E4BD7F71-D12B-4F27-1505-FF681CF55F73}"/>
              </a:ext>
            </a:extLst>
          </p:cNvPr>
          <p:cNvSpPr>
            <a:spLocks noGrp="1"/>
          </p:cNvSpPr>
          <p:nvPr>
            <p:ph sz="half" idx="2" hasCustomPrompt="1"/>
          </p:nvPr>
        </p:nvSpPr>
        <p:spPr>
          <a:xfrm>
            <a:off x="1550564" y="2303028"/>
            <a:ext cx="5829147"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FB87C65D-4EF3-18C8-18A8-477F87A37E51}"/>
              </a:ext>
            </a:extLst>
          </p:cNvPr>
          <p:cNvSpPr>
            <a:spLocks noGrp="1"/>
          </p:cNvSpPr>
          <p:nvPr>
            <p:ph sz="half" idx="15" hasCustomPrompt="1"/>
          </p:nvPr>
        </p:nvSpPr>
        <p:spPr>
          <a:xfrm>
            <a:off x="7940842" y="2303028"/>
            <a:ext cx="3485184"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Slide Number Placeholder 2">
            <a:extLst>
              <a:ext uri="{FF2B5EF4-FFF2-40B4-BE49-F238E27FC236}">
                <a16:creationId xmlns:a16="http://schemas.microsoft.com/office/drawing/2014/main" id="{AEFFA34C-885D-E995-D8F9-B4ACFBF3110D}"/>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pic>
        <p:nvPicPr>
          <p:cNvPr id="43" name="Graphic 42">
            <a:extLst>
              <a:ext uri="{FF2B5EF4-FFF2-40B4-BE49-F238E27FC236}">
                <a16:creationId xmlns:a16="http://schemas.microsoft.com/office/drawing/2014/main" id="{C6639AD7-128F-B39D-B45F-0F22A2C6D68B}"/>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rot="5400000">
            <a:off x="6072641" y="-5676015"/>
            <a:ext cx="443344" cy="11795374"/>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pic>
        <p:nvPicPr>
          <p:cNvPr id="54" name="Graphic 53">
            <a:extLst>
              <a:ext uri="{FF2B5EF4-FFF2-40B4-BE49-F238E27FC236}">
                <a16:creationId xmlns:a16="http://schemas.microsoft.com/office/drawing/2014/main" id="{48479A23-C29C-C711-510C-05B69B882268}"/>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t="11443" r="10857"/>
          <a:stretch/>
        </p:blipFill>
        <p:spPr>
          <a:xfrm rot="16200000">
            <a:off x="-6447" y="6444"/>
            <a:ext cx="1961253" cy="1948364"/>
          </a:xfrm>
          <a:custGeom>
            <a:avLst/>
            <a:gdLst>
              <a:gd name="connsiteX0" fmla="*/ 1961253 w 1961253"/>
              <a:gd name="connsiteY0" fmla="*/ 0 h 1948364"/>
              <a:gd name="connsiteX1" fmla="*/ 1961253 w 1961253"/>
              <a:gd name="connsiteY1" fmla="*/ 1948364 h 1948364"/>
              <a:gd name="connsiteX2" fmla="*/ 0 w 1961253"/>
              <a:gd name="connsiteY2" fmla="*/ 1948364 h 1948364"/>
              <a:gd name="connsiteX3" fmla="*/ 0 w 1961253"/>
              <a:gd name="connsiteY3" fmla="*/ 0 h 1948364"/>
            </a:gdLst>
            <a:ahLst/>
            <a:cxnLst>
              <a:cxn ang="0">
                <a:pos x="connsiteX0" y="connsiteY0"/>
              </a:cxn>
              <a:cxn ang="0">
                <a:pos x="connsiteX1" y="connsiteY1"/>
              </a:cxn>
              <a:cxn ang="0">
                <a:pos x="connsiteX2" y="connsiteY2"/>
              </a:cxn>
              <a:cxn ang="0">
                <a:pos x="connsiteX3" y="connsiteY3"/>
              </a:cxn>
            </a:cxnLst>
            <a:rect l="l" t="t" r="r" b="b"/>
            <a:pathLst>
              <a:path w="1961253" h="1948364">
                <a:moveTo>
                  <a:pt x="1961253" y="0"/>
                </a:moveTo>
                <a:lnTo>
                  <a:pt x="1961253" y="1948364"/>
                </a:lnTo>
                <a:lnTo>
                  <a:pt x="0" y="1948364"/>
                </a:lnTo>
                <a:lnTo>
                  <a:pt x="0" y="0"/>
                </a:lnTo>
                <a:close/>
              </a:path>
            </a:pathLst>
          </a:custGeom>
        </p:spPr>
      </p:pic>
      <p:sp>
        <p:nvSpPr>
          <p:cNvPr id="7" name="Image 2">
            <a:extLst>
              <a:ext uri="{FF2B5EF4-FFF2-40B4-BE49-F238E27FC236}">
                <a16:creationId xmlns:a16="http://schemas.microsoft.com/office/drawing/2014/main" id="{F3DC42FA-4B8F-2EFC-CAB4-1CCAB93BEB7B}"/>
              </a:ext>
              <a:ext uri="{C183D7F6-B498-43B3-948B-1728B52AA6E4}">
                <adec:decorative xmlns:adec="http://schemas.microsoft.com/office/drawing/2017/decorative" val="1"/>
              </a:ext>
            </a:extLst>
          </p:cNvPr>
          <p:cNvSpPr/>
          <p:nvPr userDrawn="1"/>
        </p:nvSpPr>
        <p:spPr>
          <a:xfrm>
            <a:off x="396626" y="4929577"/>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Tree>
    <p:extLst>
      <p:ext uri="{BB962C8B-B14F-4D97-AF65-F5344CB8AC3E}">
        <p14:creationId xmlns:p14="http://schemas.microsoft.com/office/powerpoint/2010/main" val="25866507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0"/>
            <a:ext cx="12216063" cy="3467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1057274"/>
            <a:ext cx="10511627" cy="1012785"/>
          </a:xfrm>
        </p:spPr>
        <p:txBody>
          <a:bodyPr tIns="0" bIns="0"/>
          <a:lstStyle>
            <a:lvl1pPr algn="ctr">
              <a:lnSpc>
                <a:spcPct val="100000"/>
              </a:lnSpc>
              <a:defRPr sz="3600">
                <a:solidFill>
                  <a:schemeClr val="accent6"/>
                </a:solidFill>
              </a:defRPr>
            </a:lvl1pPr>
          </a:lstStyle>
          <a:p>
            <a:r>
              <a:rPr lang="en-US" dirty="0"/>
              <a:t>Click to add title</a:t>
            </a:r>
          </a:p>
        </p:txBody>
      </p:sp>
      <p:sp>
        <p:nvSpPr>
          <p:cNvPr id="14" name="Content Placeholder 5">
            <a:extLst>
              <a:ext uri="{FF2B5EF4-FFF2-40B4-BE49-F238E27FC236}">
                <a16:creationId xmlns:a16="http://schemas.microsoft.com/office/drawing/2014/main" id="{4D6DED8E-165F-59D7-F01C-4EF0446E5FC0}"/>
              </a:ext>
            </a:extLst>
          </p:cNvPr>
          <p:cNvSpPr>
            <a:spLocks noGrp="1"/>
          </p:cNvSpPr>
          <p:nvPr userDrawn="1">
            <p:ph sz="quarter" idx="4" hasCustomPrompt="1"/>
          </p:nvPr>
        </p:nvSpPr>
        <p:spPr>
          <a:xfrm>
            <a:off x="914400" y="2316067"/>
            <a:ext cx="10511627" cy="3948557"/>
          </a:xfrm>
        </p:spPr>
        <p:txBody>
          <a:bodyPr lIns="91440" tIns="91440" rIns="91440" bIns="9144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Slide Number Placeholder 2">
            <a:extLst>
              <a:ext uri="{FF2B5EF4-FFF2-40B4-BE49-F238E27FC236}">
                <a16:creationId xmlns:a16="http://schemas.microsoft.com/office/drawing/2014/main" id="{2933FDAB-13EE-5F9F-5DFC-A5A60BC63623}"/>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7675081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AEF1F750-031C-BDB7-BD7B-9CBE17406FDB}"/>
              </a:ext>
              <a:ext uri="{C183D7F6-B498-43B3-948B-1728B52AA6E4}">
                <adec:decorative xmlns:adec="http://schemas.microsoft.com/office/drawing/2017/decorative" val="1"/>
              </a:ext>
            </a:extLst>
          </p:cNvPr>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FEB515B5-2D9F-58E1-6E3C-CCBF105D891E}"/>
              </a:ext>
              <a:ext uri="{C183D7F6-B498-43B3-948B-1728B52AA6E4}">
                <adec:decorative xmlns:adec="http://schemas.microsoft.com/office/drawing/2017/decorative" val="1"/>
              </a:ext>
            </a:extLst>
          </p:cNvPr>
          <p:cNvSpPr/>
          <p:nvPr userDrawn="1"/>
        </p:nvSpPr>
        <p:spPr>
          <a:xfrm>
            <a:off x="7527501" y="0"/>
            <a:ext cx="4671276" cy="6857999"/>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dirty="0"/>
          </a:p>
        </p:txBody>
      </p:sp>
      <p:pic>
        <p:nvPicPr>
          <p:cNvPr id="9" name="Image 2">
            <a:extLst>
              <a:ext uri="{FF2B5EF4-FFF2-40B4-BE49-F238E27FC236}">
                <a16:creationId xmlns:a16="http://schemas.microsoft.com/office/drawing/2014/main" id="{5CCFEDF9-5B69-87BA-8A33-35033DA4013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8766586" y="0"/>
            <a:ext cx="3432191" cy="3432191"/>
          </a:xfrm>
          <a:prstGeom prst="rect">
            <a:avLst/>
          </a:prstGeom>
        </p:spPr>
      </p:pic>
      <p:sp>
        <p:nvSpPr>
          <p:cNvPr id="2" name="Title 1"/>
          <p:cNvSpPr>
            <a:spLocks noGrp="1"/>
          </p:cNvSpPr>
          <p:nvPr>
            <p:ph type="ctrTitle" hasCustomPrompt="1"/>
          </p:nvPr>
        </p:nvSpPr>
        <p:spPr>
          <a:xfrm>
            <a:off x="914401" y="849782"/>
            <a:ext cx="5715000" cy="2727709"/>
          </a:xfrm>
        </p:spPr>
        <p:txBody>
          <a:bodyPr tIns="0" bIns="0" anchor="b" anchorCtr="0">
            <a:noAutofit/>
          </a:bodyPr>
          <a:lstStyle>
            <a:lvl1pPr algn="l">
              <a:lnSpc>
                <a:spcPct val="100000"/>
              </a:lnSpc>
              <a:defRPr sz="3600"/>
            </a:lvl1pPr>
          </a:lstStyle>
          <a:p>
            <a:r>
              <a:rPr lang="en-US" dirty="0"/>
              <a:t>Click to add title</a:t>
            </a:r>
          </a:p>
        </p:txBody>
      </p:sp>
      <p:sp>
        <p:nvSpPr>
          <p:cNvPr id="6" name="Subtitle 2">
            <a:extLst>
              <a:ext uri="{FF2B5EF4-FFF2-40B4-BE49-F238E27FC236}">
                <a16:creationId xmlns:a16="http://schemas.microsoft.com/office/drawing/2014/main" id="{86F10CB4-CF79-A942-DA9C-04CBB7C89DC3}"/>
              </a:ext>
            </a:extLst>
          </p:cNvPr>
          <p:cNvSpPr>
            <a:spLocks noGrp="1"/>
          </p:cNvSpPr>
          <p:nvPr>
            <p:ph type="subTitle" idx="1" hasCustomPrompt="1"/>
          </p:nvPr>
        </p:nvSpPr>
        <p:spPr>
          <a:xfrm>
            <a:off x="914401" y="3813606"/>
            <a:ext cx="5715000" cy="2234642"/>
          </a:xfrm>
        </p:spPr>
        <p:txBody>
          <a:bodyPr lIns="91440" tIns="0" rIns="91440" bIns="0" anchor="t" anchorCtr="0">
            <a:normAutofit/>
          </a:bodyPr>
          <a:lstStyle>
            <a:lvl1pPr marL="0" indent="0" algn="l">
              <a:spcBef>
                <a:spcPts val="576"/>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23728988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C6B5F91-ABF5-D0B6-E43F-40CEDC3A6DF8}"/>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9" name="Freeform: Shape 8">
            <a:extLst>
              <a:ext uri="{FF2B5EF4-FFF2-40B4-BE49-F238E27FC236}">
                <a16:creationId xmlns:a16="http://schemas.microsoft.com/office/drawing/2014/main" id="{A52D64F1-27B6-A1E5-4F44-A6029FAB307B}"/>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p:txBody>
          <a:bodyPr anchor="ctr" anchorCtr="0"/>
          <a:lstStyle/>
          <a:p>
            <a:r>
              <a:rPr lang="en-US" dirty="0"/>
              <a:t>Click to add title</a:t>
            </a:r>
          </a:p>
        </p:txBody>
      </p:sp>
      <p:sp>
        <p:nvSpPr>
          <p:cNvPr id="5" name="Slide Number Placeholder 4"/>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0718684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A626DE4B-D4E5-B36A-89FA-7C0E87AFC31D}"/>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Freeform: Shape 7">
            <a:extLst>
              <a:ext uri="{FF2B5EF4-FFF2-40B4-BE49-F238E27FC236}">
                <a16:creationId xmlns:a16="http://schemas.microsoft.com/office/drawing/2014/main" id="{95243571-BE64-3777-F992-88FC43A60537}"/>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Slide Number Placeholder 3"/>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5811828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ADFAE2CB-0EAD-E788-FCB7-FB12F6939199}"/>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58952" y="758952"/>
            <a:ext cx="3932237" cy="1524662"/>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58952" y="2286000"/>
            <a:ext cx="3932237" cy="356708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Content Placeholder 2"/>
          <p:cNvSpPr>
            <a:spLocks noGrp="1"/>
          </p:cNvSpPr>
          <p:nvPr>
            <p:ph idx="1" hasCustomPrompt="1"/>
          </p:nvPr>
        </p:nvSpPr>
        <p:spPr>
          <a:xfrm>
            <a:off x="5183187" y="741459"/>
            <a:ext cx="6242839" cy="511959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450055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AA6B609-D718-DB49-892F-7E49376CC913}"/>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60938" y="755372"/>
            <a:ext cx="3931920" cy="1527048"/>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60938" y="2286001"/>
            <a:ext cx="393192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Picture Placeholder 2"/>
          <p:cNvSpPr>
            <a:spLocks noGrp="1" noChangeAspect="1"/>
          </p:cNvSpPr>
          <p:nvPr>
            <p:ph type="pic" idx="1" hasCustomPrompt="1"/>
          </p:nvPr>
        </p:nvSpPr>
        <p:spPr>
          <a:xfrm>
            <a:off x="5262700" y="987425"/>
            <a:ext cx="6172200" cy="4873625"/>
          </a:xfrm>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to add picture</a:t>
            </a:r>
          </a:p>
        </p:txBody>
      </p:sp>
    </p:spTree>
    <p:extLst>
      <p:ext uri="{BB962C8B-B14F-4D97-AF65-F5344CB8AC3E}">
        <p14:creationId xmlns:p14="http://schemas.microsoft.com/office/powerpoint/2010/main" val="2234670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438475" y="457199"/>
            <a:ext cx="987552" cy="244503"/>
          </a:xfrm>
          <a:prstGeom prst="rect">
            <a:avLst/>
          </a:prstGeom>
        </p:spPr>
        <p:txBody>
          <a:bodyPr vert="horz" lIns="91440" tIns="45720" rIns="0" bIns="45720" rtlCol="0" anchor="ctr"/>
          <a:lstStyle>
            <a:lvl1pPr algn="r">
              <a:defRPr sz="1200">
                <a:solidFill>
                  <a:schemeClr val="accent6"/>
                </a:solidFill>
                <a:latin typeface="+mn-lt"/>
                <a:cs typeface="Arial" panose="020B0604020202020204" pitchFamily="34" charset="0"/>
              </a:defRPr>
            </a:lvl1pPr>
          </a:lstStyle>
          <a:p>
            <a:fld id="{48F63A3B-78C7-47BE-AE5E-E10140E04643}" type="slidenum">
              <a:rPr lang="en-US" smtClean="0"/>
              <a:pPr/>
              <a:t>‹#›</a:t>
            </a:fld>
            <a:endParaRPr lang="en-US" dirty="0"/>
          </a:p>
        </p:txBody>
      </p:sp>
      <p:sp>
        <p:nvSpPr>
          <p:cNvPr id="2" name="Title Placeholder 1"/>
          <p:cNvSpPr>
            <a:spLocks noGrp="1"/>
          </p:cNvSpPr>
          <p:nvPr>
            <p:ph type="title"/>
          </p:nvPr>
        </p:nvSpPr>
        <p:spPr>
          <a:xfrm>
            <a:off x="758952" y="731520"/>
            <a:ext cx="10671048" cy="1362057"/>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758952" y="2103120"/>
            <a:ext cx="1067104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4833434"/>
      </p:ext>
    </p:extLst>
  </p:cSld>
  <p:clrMap bg1="lt1" tx1="dk1" bg2="lt2" tx2="dk2" accent1="accent1" accent2="accent2" accent3="accent3" accent4="accent4" accent5="accent5" accent6="accent6" hlink="hlink" folHlink="folHlink"/>
  <p:sldLayoutIdLst>
    <p:sldLayoutId id="2147483651" r:id="rId1"/>
    <p:sldLayoutId id="2147483663" r:id="rId2"/>
    <p:sldLayoutId id="2147483680" r:id="rId3"/>
    <p:sldLayoutId id="2147483653" r:id="rId4"/>
    <p:sldLayoutId id="2147483668" r:id="rId5"/>
    <p:sldLayoutId id="2147483685" r:id="rId6"/>
    <p:sldLayoutId id="2147483686" r:id="rId7"/>
    <p:sldLayoutId id="2147483687" r:id="rId8"/>
    <p:sldLayoutId id="2147483688" r:id="rId9"/>
    <p:sldLayoutId id="2147483689" r:id="rId10"/>
    <p:sldLayoutId id="2147483691" r:id="rId11"/>
    <p:sldLayoutId id="2147483692" r:id="rId12"/>
    <p:sldLayoutId id="2147483676" r:id="rId13"/>
    <p:sldLayoutId id="2147483656" r:id="rId14"/>
    <p:sldLayoutId id="2147483657" r:id="rId15"/>
    <p:sldLayoutId id="2147483658" r:id="rId16"/>
    <p:sldLayoutId id="2147483659" r:id="rId17"/>
  </p:sldLayoutIdLst>
  <p:hf hdr="0" ftr="0" dt="0"/>
  <p:txStyles>
    <p:titleStyle>
      <a:lvl1pPr algn="ctr" defTabSz="914400" rtl="0" eaLnBrk="1" latinLnBrk="0" hangingPunct="1">
        <a:lnSpc>
          <a:spcPts val="4875"/>
        </a:lnSpc>
        <a:spcBef>
          <a:spcPct val="0"/>
        </a:spcBef>
        <a:buNone/>
        <a:defRPr sz="3800" b="1" kern="1200" cap="all" baseline="0">
          <a:solidFill>
            <a:schemeClr val="accent6"/>
          </a:solidFill>
          <a:latin typeface="+mj-lt"/>
          <a:ea typeface="+mj-ea"/>
          <a:cs typeface="+mj-cs"/>
        </a:defRPr>
      </a:lvl1pPr>
    </p:titleStyle>
    <p:body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7FF65-A536-F639-8591-ED024C223308}"/>
              </a:ext>
            </a:extLst>
          </p:cNvPr>
          <p:cNvSpPr>
            <a:spLocks noGrp="1"/>
          </p:cNvSpPr>
          <p:nvPr>
            <p:ph type="ctrTitle"/>
          </p:nvPr>
        </p:nvSpPr>
        <p:spPr>
          <a:xfrm>
            <a:off x="2899790" y="810227"/>
            <a:ext cx="6392421" cy="3831221"/>
          </a:xfrm>
        </p:spPr>
        <p:txBody>
          <a:bodyPr anchor="ctr"/>
          <a:lstStyle/>
          <a:p>
            <a:r>
              <a:rPr lang="en-US" b="0" i="0" dirty="0">
                <a:effectLst/>
                <a:latin typeface="georgia" panose="02040502050405020303" pitchFamily="18" charset="0"/>
              </a:rPr>
              <a:t>ITM7000 </a:t>
            </a:r>
            <a:r>
              <a:rPr lang="en-US" altLang="zh-CN" b="0" i="0" dirty="0">
                <a:effectLst/>
                <a:latin typeface="georgia" panose="02040502050405020303" pitchFamily="18" charset="0"/>
              </a:rPr>
              <a:t>Master project</a:t>
            </a:r>
            <a:endParaRPr lang="en-US" dirty="0"/>
          </a:p>
        </p:txBody>
      </p:sp>
      <p:sp>
        <p:nvSpPr>
          <p:cNvPr id="3" name="Rectangle 2">
            <a:extLst>
              <a:ext uri="{FF2B5EF4-FFF2-40B4-BE49-F238E27FC236}">
                <a16:creationId xmlns:a16="http://schemas.microsoft.com/office/drawing/2014/main" id="{14E859B6-8E4B-6574-3D08-504C7AED16DB}"/>
              </a:ext>
            </a:extLst>
          </p:cNvPr>
          <p:cNvSpPr/>
          <p:nvPr/>
        </p:nvSpPr>
        <p:spPr>
          <a:xfrm>
            <a:off x="1524001" y="6547854"/>
            <a:ext cx="2470484" cy="3048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Dr. Qizhen Gu (Kimi)</a:t>
            </a:r>
          </a:p>
        </p:txBody>
      </p:sp>
    </p:spTree>
    <p:extLst>
      <p:ext uri="{BB962C8B-B14F-4D97-AF65-F5344CB8AC3E}">
        <p14:creationId xmlns:p14="http://schemas.microsoft.com/office/powerpoint/2010/main" val="22024376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E8954-9BCB-7FD9-A210-38DC54382D45}"/>
              </a:ext>
            </a:extLst>
          </p:cNvPr>
          <p:cNvSpPr>
            <a:spLocks noGrp="1"/>
          </p:cNvSpPr>
          <p:nvPr>
            <p:ph type="title"/>
          </p:nvPr>
        </p:nvSpPr>
        <p:spPr>
          <a:xfrm>
            <a:off x="3460565" y="1057274"/>
            <a:ext cx="7965461" cy="994164"/>
          </a:xfrm>
        </p:spPr>
        <p:txBody>
          <a:bodyPr/>
          <a:lstStyle/>
          <a:p>
            <a:r>
              <a:rPr lang="en-US" sz="3200" dirty="0"/>
              <a:t>selecting individual research topics</a:t>
            </a:r>
          </a:p>
        </p:txBody>
      </p:sp>
      <p:sp>
        <p:nvSpPr>
          <p:cNvPr id="3" name="Content Placeholder 2">
            <a:extLst>
              <a:ext uri="{FF2B5EF4-FFF2-40B4-BE49-F238E27FC236}">
                <a16:creationId xmlns:a16="http://schemas.microsoft.com/office/drawing/2014/main" id="{75111C33-898C-4414-4665-5136EB6FC126}"/>
              </a:ext>
            </a:extLst>
          </p:cNvPr>
          <p:cNvSpPr>
            <a:spLocks noGrp="1"/>
          </p:cNvSpPr>
          <p:nvPr>
            <p:ph sz="half" idx="2"/>
          </p:nvPr>
        </p:nvSpPr>
        <p:spPr>
          <a:xfrm>
            <a:off x="3460565" y="2303029"/>
            <a:ext cx="7965460" cy="4006866"/>
          </a:xfrm>
        </p:spPr>
        <p:txBody>
          <a:bodyPr>
            <a:normAutofit/>
          </a:bodyPr>
          <a:lstStyle/>
          <a:p>
            <a:r>
              <a:rPr lang="en-US" strike="sngStrike" dirty="0"/>
              <a:t>Step 1: Identify Personal Interest and Motivation</a:t>
            </a:r>
          </a:p>
          <a:p>
            <a:r>
              <a:rPr lang="en-US" strike="sngStrike" dirty="0"/>
              <a:t>Step 2: Conduct a Preliminary Literature Scan</a:t>
            </a:r>
          </a:p>
          <a:p>
            <a:r>
              <a:rPr lang="en-US" strike="sngStrike" dirty="0"/>
              <a:t>Step 3: Define the Scope Clearly</a:t>
            </a:r>
          </a:p>
          <a:p>
            <a:r>
              <a:rPr lang="en-US" strike="sngStrike" dirty="0"/>
              <a:t>Step 4: Apply a Relevant Theoretical Framework</a:t>
            </a:r>
          </a:p>
          <a:p>
            <a:r>
              <a:rPr lang="en-US" dirty="0"/>
              <a:t>Step 5: Determine Data Availability and Collection Feasibility</a:t>
            </a:r>
          </a:p>
          <a:p>
            <a:r>
              <a:rPr lang="en-US" dirty="0"/>
              <a:t>Step 6: Ensure Practical Relevance and Contribution</a:t>
            </a:r>
          </a:p>
          <a:p>
            <a:r>
              <a:rPr lang="en-US" dirty="0"/>
              <a:t>Step 7: Ensure Research Originality and Avoid Duplication</a:t>
            </a:r>
          </a:p>
          <a:p>
            <a:r>
              <a:rPr lang="en-US" dirty="0"/>
              <a:t>Step 8: Assess Alignment with Course Objectives</a:t>
            </a:r>
          </a:p>
          <a:p>
            <a:r>
              <a:rPr lang="en-US" dirty="0"/>
              <a:t>Step 9: Draft a Concise Research Proposal</a:t>
            </a:r>
          </a:p>
        </p:txBody>
      </p:sp>
      <p:sp>
        <p:nvSpPr>
          <p:cNvPr id="23" name="Slide Number Placeholder 22">
            <a:extLst>
              <a:ext uri="{FF2B5EF4-FFF2-40B4-BE49-F238E27FC236}">
                <a16:creationId xmlns:a16="http://schemas.microsoft.com/office/drawing/2014/main" id="{94FF72B7-0438-3641-5939-75128934B0DF}"/>
              </a:ext>
            </a:extLst>
          </p:cNvPr>
          <p:cNvSpPr>
            <a:spLocks noGrp="1"/>
          </p:cNvSpPr>
          <p:nvPr>
            <p:ph type="sldNum" sz="quarter" idx="10"/>
          </p:nvPr>
        </p:nvSpPr>
        <p:spPr>
          <a:xfrm>
            <a:off x="10358437" y="457199"/>
            <a:ext cx="1067589" cy="471489"/>
          </a:xfrm>
        </p:spPr>
        <p:txBody>
          <a:bodyPr/>
          <a:lstStyle/>
          <a:p>
            <a:r>
              <a:rPr lang="en-US" dirty="0"/>
              <a:t>7</a:t>
            </a:r>
          </a:p>
        </p:txBody>
      </p:sp>
    </p:spTree>
    <p:extLst>
      <p:ext uri="{BB962C8B-B14F-4D97-AF65-F5344CB8AC3E}">
        <p14:creationId xmlns:p14="http://schemas.microsoft.com/office/powerpoint/2010/main" val="38569763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27109D-53D4-8186-1140-74A41E3320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33587F-7792-004D-FD48-2FB208019F02}"/>
              </a:ext>
            </a:extLst>
          </p:cNvPr>
          <p:cNvSpPr>
            <a:spLocks noGrp="1"/>
          </p:cNvSpPr>
          <p:nvPr>
            <p:ph type="title"/>
          </p:nvPr>
        </p:nvSpPr>
        <p:spPr>
          <a:xfrm>
            <a:off x="3460565" y="1057274"/>
            <a:ext cx="7965461" cy="994164"/>
          </a:xfrm>
        </p:spPr>
        <p:txBody>
          <a:bodyPr/>
          <a:lstStyle/>
          <a:p>
            <a:r>
              <a:rPr lang="en-US" sz="3200" dirty="0"/>
              <a:t>selecting individual research topics</a:t>
            </a:r>
          </a:p>
        </p:txBody>
      </p:sp>
      <p:sp>
        <p:nvSpPr>
          <p:cNvPr id="3" name="Content Placeholder 2">
            <a:extLst>
              <a:ext uri="{FF2B5EF4-FFF2-40B4-BE49-F238E27FC236}">
                <a16:creationId xmlns:a16="http://schemas.microsoft.com/office/drawing/2014/main" id="{9AFE41E3-1EDD-D8A2-CF18-E2399A5FB014}"/>
              </a:ext>
            </a:extLst>
          </p:cNvPr>
          <p:cNvSpPr>
            <a:spLocks noGrp="1"/>
          </p:cNvSpPr>
          <p:nvPr>
            <p:ph sz="half" idx="2"/>
          </p:nvPr>
        </p:nvSpPr>
        <p:spPr>
          <a:xfrm>
            <a:off x="3460565" y="2303029"/>
            <a:ext cx="7965460" cy="4006866"/>
          </a:xfrm>
        </p:spPr>
        <p:txBody>
          <a:bodyPr>
            <a:normAutofit/>
          </a:bodyPr>
          <a:lstStyle/>
          <a:p>
            <a:pPr marL="0" indent="0">
              <a:lnSpc>
                <a:spcPct val="150000"/>
              </a:lnSpc>
              <a:buNone/>
            </a:pPr>
            <a:r>
              <a:rPr lang="en-US" b="1" dirty="0"/>
              <a:t>Step 5: Determine Data Availability and Collection Feasibility</a:t>
            </a:r>
          </a:p>
          <a:p>
            <a:pPr lvl="1">
              <a:lnSpc>
                <a:spcPct val="150000"/>
              </a:lnSpc>
            </a:pPr>
            <a:r>
              <a:rPr lang="en-US" dirty="0"/>
              <a:t>Consider your access to primary data sources, such as surveys or experiments, and the availability of reliable secondary data.</a:t>
            </a:r>
          </a:p>
          <a:p>
            <a:pPr lvl="1">
              <a:lnSpc>
                <a:spcPct val="150000"/>
              </a:lnSpc>
            </a:pPr>
            <a:r>
              <a:rPr lang="en-US" dirty="0"/>
              <a:t>Research methodology (quantitative approach with surveys, is practical within your resources and timeframe..</a:t>
            </a:r>
          </a:p>
          <a:p>
            <a:pPr lvl="1">
              <a:lnSpc>
                <a:spcPct val="150000"/>
              </a:lnSpc>
            </a:pPr>
            <a:endParaRPr lang="en-US" dirty="0"/>
          </a:p>
        </p:txBody>
      </p:sp>
      <p:sp>
        <p:nvSpPr>
          <p:cNvPr id="23" name="Slide Number Placeholder 22">
            <a:extLst>
              <a:ext uri="{FF2B5EF4-FFF2-40B4-BE49-F238E27FC236}">
                <a16:creationId xmlns:a16="http://schemas.microsoft.com/office/drawing/2014/main" id="{1B615FD2-E3A5-E6D9-F92C-E0B5DCF5BE21}"/>
              </a:ext>
            </a:extLst>
          </p:cNvPr>
          <p:cNvSpPr>
            <a:spLocks noGrp="1"/>
          </p:cNvSpPr>
          <p:nvPr>
            <p:ph type="sldNum" sz="quarter" idx="10"/>
          </p:nvPr>
        </p:nvSpPr>
        <p:spPr>
          <a:xfrm>
            <a:off x="10358437" y="457199"/>
            <a:ext cx="1067589" cy="471489"/>
          </a:xfrm>
        </p:spPr>
        <p:txBody>
          <a:bodyPr/>
          <a:lstStyle/>
          <a:p>
            <a:r>
              <a:rPr lang="en-US" dirty="0"/>
              <a:t>8</a:t>
            </a:r>
          </a:p>
        </p:txBody>
      </p:sp>
    </p:spTree>
    <p:extLst>
      <p:ext uri="{BB962C8B-B14F-4D97-AF65-F5344CB8AC3E}">
        <p14:creationId xmlns:p14="http://schemas.microsoft.com/office/powerpoint/2010/main" val="41560021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A1EAF-88C8-EDE1-3127-7E68AC92FFE4}"/>
              </a:ext>
            </a:extLst>
          </p:cNvPr>
          <p:cNvSpPr>
            <a:spLocks noGrp="1"/>
          </p:cNvSpPr>
          <p:nvPr>
            <p:ph type="title"/>
          </p:nvPr>
        </p:nvSpPr>
        <p:spPr/>
        <p:txBody>
          <a:bodyPr/>
          <a:lstStyle/>
          <a:p>
            <a:r>
              <a:rPr lang="en-US" sz="2800" dirty="0"/>
              <a:t>selecting individual research topics</a:t>
            </a:r>
          </a:p>
        </p:txBody>
      </p:sp>
      <p:sp>
        <p:nvSpPr>
          <p:cNvPr id="3" name="Content Placeholder 2">
            <a:extLst>
              <a:ext uri="{FF2B5EF4-FFF2-40B4-BE49-F238E27FC236}">
                <a16:creationId xmlns:a16="http://schemas.microsoft.com/office/drawing/2014/main" id="{692400FE-16F9-FF82-3F95-0229F1BDCDC7}"/>
              </a:ext>
            </a:extLst>
          </p:cNvPr>
          <p:cNvSpPr>
            <a:spLocks noGrp="1"/>
          </p:cNvSpPr>
          <p:nvPr>
            <p:ph sz="half" idx="2"/>
          </p:nvPr>
        </p:nvSpPr>
        <p:spPr/>
        <p:txBody>
          <a:bodyPr/>
          <a:lstStyle/>
          <a:p>
            <a:pPr marL="0" lvl="1" indent="0">
              <a:lnSpc>
                <a:spcPct val="150000"/>
              </a:lnSpc>
              <a:buNone/>
            </a:pPr>
            <a:r>
              <a:rPr lang="en-US" b="1" dirty="0"/>
              <a:t>Step 6: Ensure Practical Relevance and Contribution</a:t>
            </a:r>
          </a:p>
          <a:p>
            <a:pPr lvl="1">
              <a:lnSpc>
                <a:spcPct val="150000"/>
              </a:lnSpc>
            </a:pPr>
            <a:r>
              <a:rPr lang="en-US" dirty="0"/>
              <a:t>Aim to select a topic that not only contributes academically but also has practical business implications or addresses real-world business problems.</a:t>
            </a:r>
          </a:p>
          <a:p>
            <a:pPr lvl="1">
              <a:lnSpc>
                <a:spcPct val="150000"/>
              </a:lnSpc>
            </a:pPr>
            <a:r>
              <a:rPr lang="en-US" dirty="0"/>
              <a:t>Clearly articulate potential implications or benefits for managers, marketers, policymakers, or </a:t>
            </a:r>
            <a:r>
              <a:rPr lang="en-US" altLang="zh-CN" dirty="0"/>
              <a:t>the </a:t>
            </a:r>
            <a:r>
              <a:rPr lang="en-US" dirty="0"/>
              <a:t>industry.</a:t>
            </a:r>
          </a:p>
        </p:txBody>
      </p:sp>
      <p:sp>
        <p:nvSpPr>
          <p:cNvPr id="4" name="Slide Number Placeholder 3">
            <a:extLst>
              <a:ext uri="{FF2B5EF4-FFF2-40B4-BE49-F238E27FC236}">
                <a16:creationId xmlns:a16="http://schemas.microsoft.com/office/drawing/2014/main" id="{3A13A033-665B-B729-4F07-C9952A67A4FB}"/>
              </a:ext>
            </a:extLst>
          </p:cNvPr>
          <p:cNvSpPr>
            <a:spLocks noGrp="1"/>
          </p:cNvSpPr>
          <p:nvPr>
            <p:ph type="sldNum" sz="quarter" idx="10"/>
          </p:nvPr>
        </p:nvSpPr>
        <p:spPr/>
        <p:txBody>
          <a:bodyPr/>
          <a:lstStyle/>
          <a:p>
            <a:fld id="{48F63A3B-78C7-47BE-AE5E-E10140E04643}" type="slidenum">
              <a:rPr lang="en-US" smtClean="0"/>
              <a:pPr/>
              <a:t>4</a:t>
            </a:fld>
            <a:endParaRPr lang="en-US" dirty="0"/>
          </a:p>
        </p:txBody>
      </p:sp>
    </p:spTree>
    <p:extLst>
      <p:ext uri="{BB962C8B-B14F-4D97-AF65-F5344CB8AC3E}">
        <p14:creationId xmlns:p14="http://schemas.microsoft.com/office/powerpoint/2010/main" val="41271834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4E1BBF5-6087-C42A-459C-99276484DCD8}"/>
              </a:ext>
            </a:extLst>
          </p:cNvPr>
          <p:cNvSpPr>
            <a:spLocks noGrp="1"/>
          </p:cNvSpPr>
          <p:nvPr>
            <p:ph type="sldNum" sz="quarter" idx="10"/>
          </p:nvPr>
        </p:nvSpPr>
        <p:spPr/>
        <p:txBody>
          <a:bodyPr/>
          <a:lstStyle/>
          <a:p>
            <a:fld id="{48F63A3B-78C7-47BE-AE5E-E10140E04643}" type="slidenum">
              <a:rPr lang="en-US" smtClean="0"/>
              <a:pPr/>
              <a:t>5</a:t>
            </a:fld>
            <a:endParaRPr lang="en-US" dirty="0"/>
          </a:p>
        </p:txBody>
      </p:sp>
      <p:sp>
        <p:nvSpPr>
          <p:cNvPr id="5" name="Title 1">
            <a:extLst>
              <a:ext uri="{FF2B5EF4-FFF2-40B4-BE49-F238E27FC236}">
                <a16:creationId xmlns:a16="http://schemas.microsoft.com/office/drawing/2014/main" id="{C82A2B87-8A3F-4FE4-609A-F21A843A0581}"/>
              </a:ext>
            </a:extLst>
          </p:cNvPr>
          <p:cNvSpPr>
            <a:spLocks noGrp="1"/>
          </p:cNvSpPr>
          <p:nvPr>
            <p:ph type="title"/>
          </p:nvPr>
        </p:nvSpPr>
        <p:spPr>
          <a:xfrm>
            <a:off x="3460750" y="1057275"/>
            <a:ext cx="7964488" cy="993775"/>
          </a:xfrm>
        </p:spPr>
        <p:txBody>
          <a:bodyPr/>
          <a:lstStyle/>
          <a:p>
            <a:r>
              <a:rPr lang="en-US" altLang="zh-CN" dirty="0"/>
              <a:t>conceptual framework</a:t>
            </a:r>
            <a:endParaRPr lang="en-US" dirty="0"/>
          </a:p>
        </p:txBody>
      </p:sp>
      <p:grpSp>
        <p:nvGrpSpPr>
          <p:cNvPr id="2" name="Group 1">
            <a:extLst>
              <a:ext uri="{FF2B5EF4-FFF2-40B4-BE49-F238E27FC236}">
                <a16:creationId xmlns:a16="http://schemas.microsoft.com/office/drawing/2014/main" id="{55F471CF-30BB-8A2C-CED1-3A7DBDD2AC85}"/>
              </a:ext>
            </a:extLst>
          </p:cNvPr>
          <p:cNvGrpSpPr/>
          <p:nvPr/>
        </p:nvGrpSpPr>
        <p:grpSpPr>
          <a:xfrm>
            <a:off x="4317998" y="2433471"/>
            <a:ext cx="4719053" cy="3130160"/>
            <a:chOff x="4317998" y="2433471"/>
            <a:chExt cx="4719053" cy="3130160"/>
          </a:xfrm>
        </p:grpSpPr>
        <p:grpSp>
          <p:nvGrpSpPr>
            <p:cNvPr id="3" name="Group 2">
              <a:extLst>
                <a:ext uri="{FF2B5EF4-FFF2-40B4-BE49-F238E27FC236}">
                  <a16:creationId xmlns:a16="http://schemas.microsoft.com/office/drawing/2014/main" id="{0FAA46EC-913A-5902-3D59-F78DB3F5C635}"/>
                </a:ext>
              </a:extLst>
            </p:cNvPr>
            <p:cNvGrpSpPr/>
            <p:nvPr/>
          </p:nvGrpSpPr>
          <p:grpSpPr>
            <a:xfrm>
              <a:off x="4317998" y="2433471"/>
              <a:ext cx="4719053" cy="3130160"/>
              <a:chOff x="4318000" y="2468591"/>
              <a:chExt cx="4719053" cy="3130160"/>
            </a:xfrm>
          </p:grpSpPr>
          <p:sp>
            <p:nvSpPr>
              <p:cNvPr id="26" name="Rectangle 25">
                <a:extLst>
                  <a:ext uri="{FF2B5EF4-FFF2-40B4-BE49-F238E27FC236}">
                    <a16:creationId xmlns:a16="http://schemas.microsoft.com/office/drawing/2014/main" id="{762D7AB8-2471-5B9A-AD21-0DA611232770}"/>
                  </a:ext>
                </a:extLst>
              </p:cNvPr>
              <p:cNvSpPr/>
              <p:nvPr/>
            </p:nvSpPr>
            <p:spPr>
              <a:xfrm>
                <a:off x="4318000" y="2468591"/>
                <a:ext cx="1689768" cy="72857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Order Convenience</a:t>
                </a:r>
              </a:p>
            </p:txBody>
          </p:sp>
          <p:sp>
            <p:nvSpPr>
              <p:cNvPr id="27" name="Rectangle 26">
                <a:extLst>
                  <a:ext uri="{FF2B5EF4-FFF2-40B4-BE49-F238E27FC236}">
                    <a16:creationId xmlns:a16="http://schemas.microsoft.com/office/drawing/2014/main" id="{AF92F41A-1ED8-A88B-9B97-02FEC4C10762}"/>
                  </a:ext>
                </a:extLst>
              </p:cNvPr>
              <p:cNvSpPr/>
              <p:nvPr/>
            </p:nvSpPr>
            <p:spPr>
              <a:xfrm>
                <a:off x="7347285" y="4495131"/>
                <a:ext cx="1689768" cy="72857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Satisfaction</a:t>
                </a:r>
              </a:p>
            </p:txBody>
          </p:sp>
          <p:sp>
            <p:nvSpPr>
              <p:cNvPr id="28" name="Rectangle 27">
                <a:extLst>
                  <a:ext uri="{FF2B5EF4-FFF2-40B4-BE49-F238E27FC236}">
                    <a16:creationId xmlns:a16="http://schemas.microsoft.com/office/drawing/2014/main" id="{D2FBD851-8248-E98B-BC21-D1F2EF0592BA}"/>
                  </a:ext>
                </a:extLst>
              </p:cNvPr>
              <p:cNvSpPr/>
              <p:nvPr/>
            </p:nvSpPr>
            <p:spPr>
              <a:xfrm>
                <a:off x="7347285" y="2954532"/>
                <a:ext cx="1689768" cy="72857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Repurchase Intention</a:t>
                </a:r>
              </a:p>
            </p:txBody>
          </p:sp>
          <p:sp>
            <p:nvSpPr>
              <p:cNvPr id="29" name="Rectangle 28">
                <a:extLst>
                  <a:ext uri="{FF2B5EF4-FFF2-40B4-BE49-F238E27FC236}">
                    <a16:creationId xmlns:a16="http://schemas.microsoft.com/office/drawing/2014/main" id="{9CBAF7A2-4500-EA9E-D9D0-986FFE0FA1DD}"/>
                  </a:ext>
                </a:extLst>
              </p:cNvPr>
              <p:cNvSpPr/>
              <p:nvPr/>
            </p:nvSpPr>
            <p:spPr>
              <a:xfrm>
                <a:off x="4318000" y="3656374"/>
                <a:ext cx="1689768" cy="72857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Perceive Value</a:t>
                </a:r>
              </a:p>
            </p:txBody>
          </p:sp>
          <p:sp>
            <p:nvSpPr>
              <p:cNvPr id="30" name="Rectangle 29">
                <a:extLst>
                  <a:ext uri="{FF2B5EF4-FFF2-40B4-BE49-F238E27FC236}">
                    <a16:creationId xmlns:a16="http://schemas.microsoft.com/office/drawing/2014/main" id="{4FED95D5-112D-B7FA-677F-83CBDB8185AE}"/>
                  </a:ext>
                </a:extLst>
              </p:cNvPr>
              <p:cNvSpPr/>
              <p:nvPr/>
            </p:nvSpPr>
            <p:spPr>
              <a:xfrm>
                <a:off x="4318000" y="4870172"/>
                <a:ext cx="1689768" cy="72857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Service Encounter</a:t>
                </a:r>
              </a:p>
            </p:txBody>
          </p:sp>
          <p:cxnSp>
            <p:nvCxnSpPr>
              <p:cNvPr id="31" name="Straight Arrow Connector 30">
                <a:extLst>
                  <a:ext uri="{FF2B5EF4-FFF2-40B4-BE49-F238E27FC236}">
                    <a16:creationId xmlns:a16="http://schemas.microsoft.com/office/drawing/2014/main" id="{4D26C31B-10ED-D11A-96E9-511F9D9F7DBD}"/>
                  </a:ext>
                </a:extLst>
              </p:cNvPr>
              <p:cNvCxnSpPr>
                <a:cxnSpLocks/>
                <a:endCxn id="28" idx="1"/>
              </p:cNvCxnSpPr>
              <p:nvPr/>
            </p:nvCxnSpPr>
            <p:spPr>
              <a:xfrm flipV="1">
                <a:off x="6007768" y="3318822"/>
                <a:ext cx="1339517" cy="67972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2" name="Straight Arrow Connector 31">
                <a:extLst>
                  <a:ext uri="{FF2B5EF4-FFF2-40B4-BE49-F238E27FC236}">
                    <a16:creationId xmlns:a16="http://schemas.microsoft.com/office/drawing/2014/main" id="{422C77CA-7ABB-7DAD-ECB2-2D26DBC58FF4}"/>
                  </a:ext>
                </a:extLst>
              </p:cNvPr>
              <p:cNvCxnSpPr>
                <a:cxnSpLocks/>
                <a:stCxn id="26" idx="3"/>
                <a:endCxn id="28" idx="1"/>
              </p:cNvCxnSpPr>
              <p:nvPr/>
            </p:nvCxnSpPr>
            <p:spPr>
              <a:xfrm>
                <a:off x="6007768" y="2832881"/>
                <a:ext cx="1339517" cy="48594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3" name="Straight Arrow Connector 32">
                <a:extLst>
                  <a:ext uri="{FF2B5EF4-FFF2-40B4-BE49-F238E27FC236}">
                    <a16:creationId xmlns:a16="http://schemas.microsoft.com/office/drawing/2014/main" id="{B1359675-0432-B67B-7E20-48A90D2F182A}"/>
                  </a:ext>
                </a:extLst>
              </p:cNvPr>
              <p:cNvCxnSpPr>
                <a:cxnSpLocks/>
                <a:stCxn id="26" idx="3"/>
                <a:endCxn id="27" idx="1"/>
              </p:cNvCxnSpPr>
              <p:nvPr/>
            </p:nvCxnSpPr>
            <p:spPr>
              <a:xfrm>
                <a:off x="6007768" y="2832881"/>
                <a:ext cx="1339517" cy="202654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4" name="Straight Arrow Connector 33">
                <a:extLst>
                  <a:ext uri="{FF2B5EF4-FFF2-40B4-BE49-F238E27FC236}">
                    <a16:creationId xmlns:a16="http://schemas.microsoft.com/office/drawing/2014/main" id="{83AB0947-9E69-7D72-3816-BCBD907DA695}"/>
                  </a:ext>
                </a:extLst>
              </p:cNvPr>
              <p:cNvCxnSpPr>
                <a:cxnSpLocks/>
                <a:stCxn id="30" idx="3"/>
                <a:endCxn id="28" idx="1"/>
              </p:cNvCxnSpPr>
              <p:nvPr/>
            </p:nvCxnSpPr>
            <p:spPr>
              <a:xfrm flipV="1">
                <a:off x="6007768" y="3318822"/>
                <a:ext cx="1339517" cy="191564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5" name="Straight Arrow Connector 34">
                <a:extLst>
                  <a:ext uri="{FF2B5EF4-FFF2-40B4-BE49-F238E27FC236}">
                    <a16:creationId xmlns:a16="http://schemas.microsoft.com/office/drawing/2014/main" id="{2E459733-649B-6281-DAAE-EC0F7EA717E7}"/>
                  </a:ext>
                </a:extLst>
              </p:cNvPr>
              <p:cNvCxnSpPr>
                <a:cxnSpLocks/>
                <a:stCxn id="27" idx="0"/>
                <a:endCxn id="28" idx="2"/>
              </p:cNvCxnSpPr>
              <p:nvPr/>
            </p:nvCxnSpPr>
            <p:spPr>
              <a:xfrm flipV="1">
                <a:off x="8192169" y="3683111"/>
                <a:ext cx="0" cy="81202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6" name="TextBox 35">
                <a:extLst>
                  <a:ext uri="{FF2B5EF4-FFF2-40B4-BE49-F238E27FC236}">
                    <a16:creationId xmlns:a16="http://schemas.microsoft.com/office/drawing/2014/main" id="{23535A4D-C37F-93D0-DD6E-592E36FC72C5}"/>
                  </a:ext>
                </a:extLst>
              </p:cNvPr>
              <p:cNvSpPr txBox="1"/>
              <p:nvPr/>
            </p:nvSpPr>
            <p:spPr>
              <a:xfrm>
                <a:off x="6007768" y="2558264"/>
                <a:ext cx="517479" cy="307777"/>
              </a:xfrm>
              <a:prstGeom prst="rect">
                <a:avLst/>
              </a:prstGeom>
              <a:noFill/>
            </p:spPr>
            <p:txBody>
              <a:bodyPr wrap="square" rtlCol="0">
                <a:spAutoFit/>
              </a:bodyPr>
              <a:lstStyle/>
              <a:p>
                <a:r>
                  <a:rPr lang="en-US" sz="1400" dirty="0"/>
                  <a:t>H1 </a:t>
                </a:r>
              </a:p>
            </p:txBody>
          </p:sp>
          <p:sp>
            <p:nvSpPr>
              <p:cNvPr id="37" name="TextBox 36">
                <a:extLst>
                  <a:ext uri="{FF2B5EF4-FFF2-40B4-BE49-F238E27FC236}">
                    <a16:creationId xmlns:a16="http://schemas.microsoft.com/office/drawing/2014/main" id="{66729C44-72D6-89CB-C07F-D7050D8E02BC}"/>
                  </a:ext>
                </a:extLst>
              </p:cNvPr>
              <p:cNvSpPr txBox="1"/>
              <p:nvPr/>
            </p:nvSpPr>
            <p:spPr>
              <a:xfrm>
                <a:off x="6020466" y="3539276"/>
                <a:ext cx="569497" cy="307777"/>
              </a:xfrm>
              <a:prstGeom prst="rect">
                <a:avLst/>
              </a:prstGeom>
              <a:noFill/>
            </p:spPr>
            <p:txBody>
              <a:bodyPr wrap="square" rtlCol="0">
                <a:spAutoFit/>
              </a:bodyPr>
              <a:lstStyle/>
              <a:p>
                <a:r>
                  <a:rPr lang="en-US" sz="1400" dirty="0"/>
                  <a:t>H3</a:t>
                </a:r>
              </a:p>
            </p:txBody>
          </p:sp>
          <p:sp>
            <p:nvSpPr>
              <p:cNvPr id="38" name="TextBox 37">
                <a:extLst>
                  <a:ext uri="{FF2B5EF4-FFF2-40B4-BE49-F238E27FC236}">
                    <a16:creationId xmlns:a16="http://schemas.microsoft.com/office/drawing/2014/main" id="{C6A828A3-1BC7-0F92-A283-6B95C9F35CE5}"/>
                  </a:ext>
                </a:extLst>
              </p:cNvPr>
              <p:cNvSpPr txBox="1"/>
              <p:nvPr/>
            </p:nvSpPr>
            <p:spPr>
              <a:xfrm>
                <a:off x="6330646" y="3174987"/>
                <a:ext cx="522005" cy="307777"/>
              </a:xfrm>
              <a:prstGeom prst="rect">
                <a:avLst/>
              </a:prstGeom>
              <a:noFill/>
            </p:spPr>
            <p:txBody>
              <a:bodyPr wrap="square" rtlCol="0">
                <a:spAutoFit/>
              </a:bodyPr>
              <a:lstStyle/>
              <a:p>
                <a:r>
                  <a:rPr lang="en-US" sz="1400" dirty="0"/>
                  <a:t>H2</a:t>
                </a:r>
              </a:p>
            </p:txBody>
          </p:sp>
          <p:sp>
            <p:nvSpPr>
              <p:cNvPr id="39" name="TextBox 38">
                <a:extLst>
                  <a:ext uri="{FF2B5EF4-FFF2-40B4-BE49-F238E27FC236}">
                    <a16:creationId xmlns:a16="http://schemas.microsoft.com/office/drawing/2014/main" id="{EED7E624-0A5E-6963-2575-C49F386B71FB}"/>
                  </a:ext>
                </a:extLst>
              </p:cNvPr>
              <p:cNvSpPr txBox="1"/>
              <p:nvPr/>
            </p:nvSpPr>
            <p:spPr>
              <a:xfrm>
                <a:off x="8144040" y="3899657"/>
                <a:ext cx="744622" cy="307777"/>
              </a:xfrm>
              <a:prstGeom prst="rect">
                <a:avLst/>
              </a:prstGeom>
              <a:noFill/>
            </p:spPr>
            <p:txBody>
              <a:bodyPr wrap="square" rtlCol="0">
                <a:spAutoFit/>
              </a:bodyPr>
              <a:lstStyle/>
              <a:p>
                <a:r>
                  <a:rPr lang="en-US" sz="1400" dirty="0"/>
                  <a:t>H6</a:t>
                </a:r>
              </a:p>
            </p:txBody>
          </p:sp>
        </p:grpSp>
        <p:cxnSp>
          <p:nvCxnSpPr>
            <p:cNvPr id="23" name="Straight Arrow Connector 22">
              <a:extLst>
                <a:ext uri="{FF2B5EF4-FFF2-40B4-BE49-F238E27FC236}">
                  <a16:creationId xmlns:a16="http://schemas.microsoft.com/office/drawing/2014/main" id="{A67DE71E-C0FE-21E0-49AB-F2D7D5A9E2CF}"/>
                </a:ext>
              </a:extLst>
            </p:cNvPr>
            <p:cNvCxnSpPr>
              <a:cxnSpLocks/>
              <a:stCxn id="30" idx="0"/>
              <a:endCxn id="29" idx="2"/>
            </p:cNvCxnSpPr>
            <p:nvPr/>
          </p:nvCxnSpPr>
          <p:spPr>
            <a:xfrm flipV="1">
              <a:off x="5162882" y="4349833"/>
              <a:ext cx="0" cy="48521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4" name="TextBox 23">
              <a:extLst>
                <a:ext uri="{FF2B5EF4-FFF2-40B4-BE49-F238E27FC236}">
                  <a16:creationId xmlns:a16="http://schemas.microsoft.com/office/drawing/2014/main" id="{00C41D48-01D0-6EAF-7E03-4546F9D7F7E8}"/>
                </a:ext>
              </a:extLst>
            </p:cNvPr>
            <p:cNvSpPr txBox="1"/>
            <p:nvPr/>
          </p:nvSpPr>
          <p:spPr>
            <a:xfrm>
              <a:off x="6206830" y="4229916"/>
              <a:ext cx="569497" cy="307777"/>
            </a:xfrm>
            <a:prstGeom prst="rect">
              <a:avLst/>
            </a:prstGeom>
            <a:noFill/>
          </p:spPr>
          <p:txBody>
            <a:bodyPr wrap="square" rtlCol="0">
              <a:spAutoFit/>
            </a:bodyPr>
            <a:lstStyle/>
            <a:p>
              <a:r>
                <a:rPr lang="en-US" sz="1400" dirty="0"/>
                <a:t>H4</a:t>
              </a:r>
            </a:p>
          </p:txBody>
        </p:sp>
        <p:sp>
          <p:nvSpPr>
            <p:cNvPr id="25" name="TextBox 24">
              <a:extLst>
                <a:ext uri="{FF2B5EF4-FFF2-40B4-BE49-F238E27FC236}">
                  <a16:creationId xmlns:a16="http://schemas.microsoft.com/office/drawing/2014/main" id="{7E800D34-657E-1D3D-BB97-842ADF2010F0}"/>
                </a:ext>
              </a:extLst>
            </p:cNvPr>
            <p:cNvSpPr txBox="1"/>
            <p:nvPr/>
          </p:nvSpPr>
          <p:spPr>
            <a:xfrm>
              <a:off x="5180739" y="4460011"/>
              <a:ext cx="569497" cy="307777"/>
            </a:xfrm>
            <a:prstGeom prst="rect">
              <a:avLst/>
            </a:prstGeom>
            <a:noFill/>
          </p:spPr>
          <p:txBody>
            <a:bodyPr wrap="square" rtlCol="0">
              <a:spAutoFit/>
            </a:bodyPr>
            <a:lstStyle/>
            <a:p>
              <a:r>
                <a:rPr lang="en-US" sz="1400" dirty="0"/>
                <a:t>H5</a:t>
              </a:r>
            </a:p>
          </p:txBody>
        </p:sp>
      </p:grpSp>
    </p:spTree>
    <p:extLst>
      <p:ext uri="{BB962C8B-B14F-4D97-AF65-F5344CB8AC3E}">
        <p14:creationId xmlns:p14="http://schemas.microsoft.com/office/powerpoint/2010/main" val="5577332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4C5E72-F8BA-AB92-DB97-450BA1C8363C}"/>
              </a:ext>
            </a:extLst>
          </p:cNvPr>
          <p:cNvSpPr>
            <a:spLocks noGrp="1"/>
          </p:cNvSpPr>
          <p:nvPr>
            <p:ph type="title"/>
          </p:nvPr>
        </p:nvSpPr>
        <p:spPr/>
        <p:txBody>
          <a:bodyPr/>
          <a:lstStyle/>
          <a:p>
            <a:r>
              <a:rPr lang="en-US" dirty="0"/>
              <a:t>Select one platform</a:t>
            </a:r>
          </a:p>
        </p:txBody>
      </p:sp>
      <p:sp>
        <p:nvSpPr>
          <p:cNvPr id="3" name="Content Placeholder 2">
            <a:extLst>
              <a:ext uri="{FF2B5EF4-FFF2-40B4-BE49-F238E27FC236}">
                <a16:creationId xmlns:a16="http://schemas.microsoft.com/office/drawing/2014/main" id="{F27B64FF-9433-6F1C-0F74-CA0E2D7C1EB3}"/>
              </a:ext>
            </a:extLst>
          </p:cNvPr>
          <p:cNvSpPr>
            <a:spLocks noGrp="1"/>
          </p:cNvSpPr>
          <p:nvPr>
            <p:ph sz="half" idx="2"/>
          </p:nvPr>
        </p:nvSpPr>
        <p:spPr/>
        <p:txBody>
          <a:bodyPr/>
          <a:lstStyle/>
          <a:p>
            <a:endParaRPr lang="en-US" dirty="0"/>
          </a:p>
        </p:txBody>
      </p:sp>
      <p:sp>
        <p:nvSpPr>
          <p:cNvPr id="4" name="Slide Number Placeholder 3">
            <a:extLst>
              <a:ext uri="{FF2B5EF4-FFF2-40B4-BE49-F238E27FC236}">
                <a16:creationId xmlns:a16="http://schemas.microsoft.com/office/drawing/2014/main" id="{3ABF4118-310C-686D-7434-EAD1468405CC}"/>
              </a:ext>
            </a:extLst>
          </p:cNvPr>
          <p:cNvSpPr>
            <a:spLocks noGrp="1"/>
          </p:cNvSpPr>
          <p:nvPr>
            <p:ph type="sldNum" sz="quarter" idx="10"/>
          </p:nvPr>
        </p:nvSpPr>
        <p:spPr/>
        <p:txBody>
          <a:bodyPr/>
          <a:lstStyle/>
          <a:p>
            <a:fld id="{48F63A3B-78C7-47BE-AE5E-E10140E04643}" type="slidenum">
              <a:rPr lang="en-US" smtClean="0"/>
              <a:pPr/>
              <a:t>6</a:t>
            </a:fld>
            <a:endParaRPr lang="en-US" dirty="0"/>
          </a:p>
        </p:txBody>
      </p:sp>
      <p:pic>
        <p:nvPicPr>
          <p:cNvPr id="1026" name="Picture 2" descr="อัพเดท E-Commerce Ecosystem ในประเทศไทย (by Priceza) - DIGITAL MARKETING  CONSULTANCY">
            <a:extLst>
              <a:ext uri="{FF2B5EF4-FFF2-40B4-BE49-F238E27FC236}">
                <a16:creationId xmlns:a16="http://schemas.microsoft.com/office/drawing/2014/main" id="{1FBEC6B2-DAEC-8225-9BCE-5CB971044A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32961" y="2119066"/>
            <a:ext cx="7834622" cy="44109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90103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3A1406-CE5C-3DDA-F129-1DC495116E8A}"/>
              </a:ext>
            </a:extLst>
          </p:cNvPr>
          <p:cNvSpPr>
            <a:spLocks noGrp="1"/>
          </p:cNvSpPr>
          <p:nvPr>
            <p:ph type="title"/>
          </p:nvPr>
        </p:nvSpPr>
        <p:spPr/>
        <p:txBody>
          <a:bodyPr/>
          <a:lstStyle/>
          <a:p>
            <a:r>
              <a:rPr lang="en-US" sz="2800" dirty="0"/>
              <a:t>selecting individual research topics</a:t>
            </a:r>
          </a:p>
        </p:txBody>
      </p:sp>
      <p:sp>
        <p:nvSpPr>
          <p:cNvPr id="3" name="Content Placeholder 2">
            <a:extLst>
              <a:ext uri="{FF2B5EF4-FFF2-40B4-BE49-F238E27FC236}">
                <a16:creationId xmlns:a16="http://schemas.microsoft.com/office/drawing/2014/main" id="{2775A822-D2FE-8C07-BE1E-B74AC361E896}"/>
              </a:ext>
            </a:extLst>
          </p:cNvPr>
          <p:cNvSpPr>
            <a:spLocks noGrp="1"/>
          </p:cNvSpPr>
          <p:nvPr>
            <p:ph sz="half" idx="2"/>
          </p:nvPr>
        </p:nvSpPr>
        <p:spPr/>
        <p:txBody>
          <a:bodyPr/>
          <a:lstStyle/>
          <a:p>
            <a:pPr marL="0" indent="0">
              <a:buNone/>
            </a:pPr>
            <a:r>
              <a:rPr lang="en-US" b="1" dirty="0"/>
              <a:t>Step 7: Ensure Research Originality and Avoid Duplication</a:t>
            </a:r>
          </a:p>
          <a:p>
            <a:pPr lvl="1">
              <a:lnSpc>
                <a:spcPct val="150000"/>
              </a:lnSpc>
            </a:pPr>
            <a:r>
              <a:rPr lang="en-US" dirty="0"/>
              <a:t>Check if similar studies have already been extensively covered. Aim for topics that explore new perspectives, markets, methodologies, or theoretical applications.</a:t>
            </a:r>
          </a:p>
          <a:p>
            <a:pPr lvl="1">
              <a:lnSpc>
                <a:spcPct val="150000"/>
              </a:lnSpc>
            </a:pPr>
            <a:r>
              <a:rPr lang="en-US" dirty="0"/>
              <a:t>Clearly articulate how your research addresses a specific gap in existing knowledge or literature.</a:t>
            </a:r>
          </a:p>
        </p:txBody>
      </p:sp>
      <p:sp>
        <p:nvSpPr>
          <p:cNvPr id="4" name="Slide Number Placeholder 3">
            <a:extLst>
              <a:ext uri="{FF2B5EF4-FFF2-40B4-BE49-F238E27FC236}">
                <a16:creationId xmlns:a16="http://schemas.microsoft.com/office/drawing/2014/main" id="{0FFE9FF4-BA56-973E-D29E-0AB8CEC08565}"/>
              </a:ext>
            </a:extLst>
          </p:cNvPr>
          <p:cNvSpPr>
            <a:spLocks noGrp="1"/>
          </p:cNvSpPr>
          <p:nvPr>
            <p:ph type="sldNum" sz="quarter" idx="10"/>
          </p:nvPr>
        </p:nvSpPr>
        <p:spPr/>
        <p:txBody>
          <a:bodyPr/>
          <a:lstStyle/>
          <a:p>
            <a:fld id="{48F63A3B-78C7-47BE-AE5E-E10140E04643}" type="slidenum">
              <a:rPr lang="en-US" smtClean="0"/>
              <a:pPr/>
              <a:t>7</a:t>
            </a:fld>
            <a:endParaRPr lang="en-US" dirty="0"/>
          </a:p>
        </p:txBody>
      </p:sp>
    </p:spTree>
    <p:extLst>
      <p:ext uri="{BB962C8B-B14F-4D97-AF65-F5344CB8AC3E}">
        <p14:creationId xmlns:p14="http://schemas.microsoft.com/office/powerpoint/2010/main" val="4732991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0F55A0-C795-2B3D-6278-AA36E901D1CF}"/>
              </a:ext>
            </a:extLst>
          </p:cNvPr>
          <p:cNvSpPr>
            <a:spLocks noGrp="1"/>
          </p:cNvSpPr>
          <p:nvPr>
            <p:ph type="title"/>
          </p:nvPr>
        </p:nvSpPr>
        <p:spPr/>
        <p:txBody>
          <a:bodyPr/>
          <a:lstStyle/>
          <a:p>
            <a:r>
              <a:rPr lang="en-US" sz="2800" b="1" dirty="0"/>
              <a:t>Ensure Research Originality and Avoid Duplication</a:t>
            </a:r>
            <a:endParaRPr lang="en-US" sz="2800" dirty="0"/>
          </a:p>
        </p:txBody>
      </p:sp>
      <p:sp>
        <p:nvSpPr>
          <p:cNvPr id="3" name="Content Placeholder 2">
            <a:extLst>
              <a:ext uri="{FF2B5EF4-FFF2-40B4-BE49-F238E27FC236}">
                <a16:creationId xmlns:a16="http://schemas.microsoft.com/office/drawing/2014/main" id="{BECDD98C-D030-2668-B80F-8D78BD433E0C}"/>
              </a:ext>
            </a:extLst>
          </p:cNvPr>
          <p:cNvSpPr>
            <a:spLocks noGrp="1"/>
          </p:cNvSpPr>
          <p:nvPr>
            <p:ph sz="half" idx="2"/>
          </p:nvPr>
        </p:nvSpPr>
        <p:spPr/>
        <p:txBody>
          <a:bodyPr/>
          <a:lstStyle/>
          <a:p>
            <a:r>
              <a:rPr lang="en-US" dirty="0"/>
              <a:t>Does have to be completely new.</a:t>
            </a:r>
          </a:p>
          <a:p>
            <a:pPr lvl="1"/>
            <a:r>
              <a:rPr lang="en-US" dirty="0"/>
              <a:t>New perspectives – (different study goals: impact VS differences) </a:t>
            </a:r>
          </a:p>
          <a:p>
            <a:pPr lvl="1"/>
            <a:r>
              <a:rPr lang="en-US" dirty="0"/>
              <a:t>Markets – (in different countries; different group of people)</a:t>
            </a:r>
          </a:p>
          <a:p>
            <a:pPr lvl="1"/>
            <a:r>
              <a:rPr lang="en-US" dirty="0"/>
              <a:t>Methodologies – (qualitative VS quantitative VS mix) </a:t>
            </a:r>
          </a:p>
          <a:p>
            <a:pPr lvl="1"/>
            <a:r>
              <a:rPr lang="en-US" dirty="0"/>
              <a:t>Theoretical applications - (different framework; different variables)</a:t>
            </a:r>
          </a:p>
          <a:p>
            <a:pPr lvl="1"/>
            <a:endParaRPr lang="en-US" dirty="0"/>
          </a:p>
        </p:txBody>
      </p:sp>
      <p:sp>
        <p:nvSpPr>
          <p:cNvPr id="4" name="Slide Number Placeholder 3">
            <a:extLst>
              <a:ext uri="{FF2B5EF4-FFF2-40B4-BE49-F238E27FC236}">
                <a16:creationId xmlns:a16="http://schemas.microsoft.com/office/drawing/2014/main" id="{525DD2AD-B948-E071-8E3B-BB258F950DDF}"/>
              </a:ext>
            </a:extLst>
          </p:cNvPr>
          <p:cNvSpPr>
            <a:spLocks noGrp="1"/>
          </p:cNvSpPr>
          <p:nvPr>
            <p:ph type="sldNum" sz="quarter" idx="10"/>
          </p:nvPr>
        </p:nvSpPr>
        <p:spPr/>
        <p:txBody>
          <a:bodyPr/>
          <a:lstStyle/>
          <a:p>
            <a:fld id="{48F63A3B-78C7-47BE-AE5E-E10140E04643}" type="slidenum">
              <a:rPr lang="en-US" smtClean="0"/>
              <a:pPr/>
              <a:t>8</a:t>
            </a:fld>
            <a:endParaRPr lang="en-US" dirty="0"/>
          </a:p>
        </p:txBody>
      </p:sp>
      <p:pic>
        <p:nvPicPr>
          <p:cNvPr id="2052" name="Picture 4" descr="Creativity - Free art and design icons">
            <a:extLst>
              <a:ext uri="{FF2B5EF4-FFF2-40B4-BE49-F238E27FC236}">
                <a16:creationId xmlns:a16="http://schemas.microsoft.com/office/drawing/2014/main" id="{3CA5A972-FE3C-959B-5A89-4868206881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5804" y="4458827"/>
            <a:ext cx="2144421" cy="21444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39802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E81BC-F668-3052-F3AD-60A66F8956C7}"/>
              </a:ext>
            </a:extLst>
          </p:cNvPr>
          <p:cNvSpPr>
            <a:spLocks noGrp="1"/>
          </p:cNvSpPr>
          <p:nvPr>
            <p:ph type="title"/>
          </p:nvPr>
        </p:nvSpPr>
        <p:spPr/>
        <p:txBody>
          <a:bodyPr/>
          <a:lstStyle/>
          <a:p>
            <a:r>
              <a:rPr lang="en-US" sz="2800" dirty="0"/>
              <a:t>selecting individual research topics</a:t>
            </a:r>
          </a:p>
        </p:txBody>
      </p:sp>
      <p:sp>
        <p:nvSpPr>
          <p:cNvPr id="3" name="Content Placeholder 2">
            <a:extLst>
              <a:ext uri="{FF2B5EF4-FFF2-40B4-BE49-F238E27FC236}">
                <a16:creationId xmlns:a16="http://schemas.microsoft.com/office/drawing/2014/main" id="{81F339FA-5F45-AD70-718E-2960DC8A9B61}"/>
              </a:ext>
            </a:extLst>
          </p:cNvPr>
          <p:cNvSpPr>
            <a:spLocks noGrp="1"/>
          </p:cNvSpPr>
          <p:nvPr>
            <p:ph sz="half" idx="2"/>
          </p:nvPr>
        </p:nvSpPr>
        <p:spPr/>
        <p:txBody>
          <a:bodyPr/>
          <a:lstStyle/>
          <a:p>
            <a:pPr marL="0" indent="0">
              <a:buNone/>
            </a:pPr>
            <a:r>
              <a:rPr lang="en-US" sz="1800" b="1" dirty="0"/>
              <a:t>Step 8: Assess Alignment with Course Objectives</a:t>
            </a:r>
            <a:endParaRPr lang="en-US" b="1" dirty="0"/>
          </a:p>
          <a:p>
            <a:pPr lvl="1">
              <a:lnSpc>
                <a:spcPct val="150000"/>
              </a:lnSpc>
            </a:pPr>
            <a:r>
              <a:rPr lang="en-US" dirty="0"/>
              <a:t>Ensure your selected topic aligns with the core objectives and competencies emphasized in your ITM program, such as strategic thinking, analytical abilities, leadership, and innovation management (especially in your recommendation part).</a:t>
            </a:r>
          </a:p>
        </p:txBody>
      </p:sp>
      <p:sp>
        <p:nvSpPr>
          <p:cNvPr id="4" name="Slide Number Placeholder 3">
            <a:extLst>
              <a:ext uri="{FF2B5EF4-FFF2-40B4-BE49-F238E27FC236}">
                <a16:creationId xmlns:a16="http://schemas.microsoft.com/office/drawing/2014/main" id="{48D96FEA-B2CF-1B34-B232-9D763F630767}"/>
              </a:ext>
            </a:extLst>
          </p:cNvPr>
          <p:cNvSpPr>
            <a:spLocks noGrp="1"/>
          </p:cNvSpPr>
          <p:nvPr>
            <p:ph type="sldNum" sz="quarter" idx="10"/>
          </p:nvPr>
        </p:nvSpPr>
        <p:spPr/>
        <p:txBody>
          <a:bodyPr/>
          <a:lstStyle/>
          <a:p>
            <a:fld id="{48F63A3B-78C7-47BE-AE5E-E10140E04643}" type="slidenum">
              <a:rPr lang="en-US" smtClean="0"/>
              <a:pPr/>
              <a:t>9</a:t>
            </a:fld>
            <a:endParaRPr lang="en-US" dirty="0"/>
          </a:p>
        </p:txBody>
      </p:sp>
    </p:spTree>
    <p:extLst>
      <p:ext uri="{BB962C8B-B14F-4D97-AF65-F5344CB8AC3E}">
        <p14:creationId xmlns:p14="http://schemas.microsoft.com/office/powerpoint/2010/main" val="1550835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C2097-9617-A77C-4391-AFD4BEC91DF9}"/>
              </a:ext>
            </a:extLst>
          </p:cNvPr>
          <p:cNvSpPr>
            <a:spLocks noGrp="1"/>
          </p:cNvSpPr>
          <p:nvPr>
            <p:ph type="title"/>
          </p:nvPr>
        </p:nvSpPr>
        <p:spPr/>
        <p:txBody>
          <a:bodyPr/>
          <a:lstStyle/>
          <a:p>
            <a:r>
              <a:rPr lang="en-US" sz="2800" dirty="0"/>
              <a:t>selecting individual research topics</a:t>
            </a:r>
          </a:p>
        </p:txBody>
      </p:sp>
      <p:sp>
        <p:nvSpPr>
          <p:cNvPr id="3" name="Content Placeholder 2">
            <a:extLst>
              <a:ext uri="{FF2B5EF4-FFF2-40B4-BE49-F238E27FC236}">
                <a16:creationId xmlns:a16="http://schemas.microsoft.com/office/drawing/2014/main" id="{CDE1B6C4-20CC-600D-825D-1AD781259197}"/>
              </a:ext>
            </a:extLst>
          </p:cNvPr>
          <p:cNvSpPr>
            <a:spLocks noGrp="1"/>
          </p:cNvSpPr>
          <p:nvPr>
            <p:ph sz="half" idx="2"/>
          </p:nvPr>
        </p:nvSpPr>
        <p:spPr/>
        <p:txBody>
          <a:bodyPr/>
          <a:lstStyle/>
          <a:p>
            <a:pPr marL="0" indent="0">
              <a:buNone/>
            </a:pPr>
            <a:r>
              <a:rPr lang="en-US" b="1" dirty="0"/>
              <a:t>Step 9: Draft a Concise Research Proposal</a:t>
            </a:r>
          </a:p>
          <a:p>
            <a:pPr lvl="1">
              <a:lnSpc>
                <a:spcPct val="150000"/>
              </a:lnSpc>
            </a:pPr>
            <a:r>
              <a:rPr lang="en-US" dirty="0"/>
              <a:t>Clearly outline your topic, objectives, theoretical foundation, methodology, and expected contribution.</a:t>
            </a:r>
          </a:p>
          <a:p>
            <a:pPr lvl="1">
              <a:lnSpc>
                <a:spcPct val="150000"/>
              </a:lnSpc>
            </a:pPr>
            <a:r>
              <a:rPr lang="en-US" dirty="0"/>
              <a:t>This proposal should serve as a brief roadmap for your research and facilitate feedback from faculty or peers.</a:t>
            </a:r>
          </a:p>
        </p:txBody>
      </p:sp>
      <p:sp>
        <p:nvSpPr>
          <p:cNvPr id="4" name="Slide Number Placeholder 3">
            <a:extLst>
              <a:ext uri="{FF2B5EF4-FFF2-40B4-BE49-F238E27FC236}">
                <a16:creationId xmlns:a16="http://schemas.microsoft.com/office/drawing/2014/main" id="{5232B533-A172-51CA-34CD-982C7B2D3400}"/>
              </a:ext>
            </a:extLst>
          </p:cNvPr>
          <p:cNvSpPr>
            <a:spLocks noGrp="1"/>
          </p:cNvSpPr>
          <p:nvPr>
            <p:ph type="sldNum" sz="quarter" idx="10"/>
          </p:nvPr>
        </p:nvSpPr>
        <p:spPr/>
        <p:txBody>
          <a:bodyPr/>
          <a:lstStyle/>
          <a:p>
            <a:fld id="{48F63A3B-78C7-47BE-AE5E-E10140E04643}" type="slidenum">
              <a:rPr lang="en-US" smtClean="0"/>
              <a:pPr/>
              <a:t>10</a:t>
            </a:fld>
            <a:endParaRPr lang="en-US" dirty="0"/>
          </a:p>
        </p:txBody>
      </p:sp>
    </p:spTree>
    <p:extLst>
      <p:ext uri="{BB962C8B-B14F-4D97-AF65-F5344CB8AC3E}">
        <p14:creationId xmlns:p14="http://schemas.microsoft.com/office/powerpoint/2010/main" val="4244018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EDA75-0988-2AC2-87F8-8DEC83A7B9CA}"/>
              </a:ext>
            </a:extLst>
          </p:cNvPr>
          <p:cNvSpPr>
            <a:spLocks noGrp="1"/>
          </p:cNvSpPr>
          <p:nvPr>
            <p:ph type="title"/>
          </p:nvPr>
        </p:nvSpPr>
        <p:spPr>
          <a:xfrm>
            <a:off x="5702441" y="1061623"/>
            <a:ext cx="5723586" cy="4739104"/>
          </a:xfrm>
        </p:spPr>
        <p:txBody>
          <a:bodyPr/>
          <a:lstStyle/>
          <a:p>
            <a:r>
              <a:rPr lang="en-US" b="1" dirty="0"/>
              <a:t>A brief Research Proposal</a:t>
            </a:r>
            <a:endParaRPr lang="en-US" dirty="0"/>
          </a:p>
        </p:txBody>
      </p:sp>
      <p:pic>
        <p:nvPicPr>
          <p:cNvPr id="7" name="Picture Placeholder 6" descr="A person standing in front of a whiteboard">
            <a:extLst>
              <a:ext uri="{FF2B5EF4-FFF2-40B4-BE49-F238E27FC236}">
                <a16:creationId xmlns:a16="http://schemas.microsoft.com/office/drawing/2014/main" id="{DD186EAB-37C7-E7E6-AE8D-F077D02804F9}"/>
              </a:ext>
            </a:extLst>
          </p:cNvPr>
          <p:cNvPicPr>
            <a:picLocks noGrp="1" noChangeAspect="1"/>
          </p:cNvPicPr>
          <p:nvPr>
            <p:ph type="pic" sz="quarter" idx="11"/>
          </p:nvPr>
        </p:nvPicPr>
        <p:blipFill>
          <a:blip r:embed="rId3">
            <a:duotone>
              <a:prstClr val="black"/>
              <a:schemeClr val="accent1">
                <a:tint val="45000"/>
                <a:satMod val="400000"/>
              </a:schemeClr>
            </a:duotone>
          </a:blip>
          <a:srcRect l="27208" r="27208"/>
          <a:stretch/>
        </p:blipFill>
        <p:spPr>
          <a:xfrm>
            <a:off x="443345" y="0"/>
            <a:ext cx="4344695" cy="6359525"/>
          </a:xfrm>
        </p:spPr>
      </p:pic>
    </p:spTree>
    <p:extLst>
      <p:ext uri="{BB962C8B-B14F-4D97-AF65-F5344CB8AC3E}">
        <p14:creationId xmlns:p14="http://schemas.microsoft.com/office/powerpoint/2010/main" val="29064919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E8954-9BCB-7FD9-A210-38DC54382D45}"/>
              </a:ext>
            </a:extLst>
          </p:cNvPr>
          <p:cNvSpPr>
            <a:spLocks noGrp="1"/>
          </p:cNvSpPr>
          <p:nvPr>
            <p:ph type="title"/>
          </p:nvPr>
        </p:nvSpPr>
        <p:spPr>
          <a:xfrm>
            <a:off x="3460565" y="1057274"/>
            <a:ext cx="7965461" cy="994164"/>
          </a:xfrm>
        </p:spPr>
        <p:txBody>
          <a:bodyPr/>
          <a:lstStyle/>
          <a:p>
            <a:r>
              <a:rPr lang="en-US" b="1" dirty="0"/>
              <a:t>Research Proposal</a:t>
            </a:r>
            <a:endParaRPr lang="en-US" dirty="0"/>
          </a:p>
        </p:txBody>
      </p:sp>
      <p:sp>
        <p:nvSpPr>
          <p:cNvPr id="3" name="Content Placeholder 2">
            <a:extLst>
              <a:ext uri="{FF2B5EF4-FFF2-40B4-BE49-F238E27FC236}">
                <a16:creationId xmlns:a16="http://schemas.microsoft.com/office/drawing/2014/main" id="{75111C33-898C-4414-4665-5136EB6FC126}"/>
              </a:ext>
            </a:extLst>
          </p:cNvPr>
          <p:cNvSpPr>
            <a:spLocks noGrp="1"/>
          </p:cNvSpPr>
          <p:nvPr>
            <p:ph sz="half" idx="2"/>
          </p:nvPr>
        </p:nvSpPr>
        <p:spPr>
          <a:xfrm>
            <a:off x="3460565" y="2303029"/>
            <a:ext cx="7965460" cy="3497698"/>
          </a:xfrm>
        </p:spPr>
        <p:txBody>
          <a:bodyPr>
            <a:normAutofit/>
          </a:bodyPr>
          <a:lstStyle/>
          <a:p>
            <a:pPr>
              <a:lnSpc>
                <a:spcPct val="150000"/>
              </a:lnSpc>
              <a:buFont typeface="+mj-lt"/>
              <a:buAutoNum type="arabicPeriod"/>
            </a:pPr>
            <a:r>
              <a:rPr lang="en-US" b="1" dirty="0"/>
              <a:t>Title of the research</a:t>
            </a:r>
          </a:p>
          <a:p>
            <a:pPr>
              <a:lnSpc>
                <a:spcPct val="150000"/>
              </a:lnSpc>
              <a:buFont typeface="+mj-lt"/>
              <a:buAutoNum type="arabicPeriod"/>
            </a:pPr>
            <a:r>
              <a:rPr lang="en-US" b="1" dirty="0"/>
              <a:t>Introduction – </a:t>
            </a:r>
            <a:r>
              <a:rPr lang="en-US" dirty="0"/>
              <a:t>introduce the background of the current situation</a:t>
            </a:r>
          </a:p>
          <a:p>
            <a:pPr>
              <a:lnSpc>
                <a:spcPct val="150000"/>
              </a:lnSpc>
              <a:buFont typeface="+mj-lt"/>
              <a:buAutoNum type="arabicPeriod"/>
            </a:pPr>
            <a:r>
              <a:rPr lang="en-US" b="1" dirty="0"/>
              <a:t>Statement of the problem – </a:t>
            </a:r>
            <a:r>
              <a:rPr lang="en-US" dirty="0"/>
              <a:t>what’s the gap between the current situation and the expected situation</a:t>
            </a:r>
          </a:p>
          <a:p>
            <a:pPr>
              <a:lnSpc>
                <a:spcPct val="150000"/>
              </a:lnSpc>
              <a:buFont typeface="+mj-lt"/>
              <a:buAutoNum type="arabicPeriod"/>
            </a:pPr>
            <a:r>
              <a:rPr lang="en-US" b="1" dirty="0"/>
              <a:t>Research Objectives - </a:t>
            </a:r>
            <a:r>
              <a:rPr lang="en-US" dirty="0"/>
              <a:t>To investigate the impact of XXX(IV) on XXX(DV)</a:t>
            </a:r>
          </a:p>
        </p:txBody>
      </p:sp>
      <p:sp>
        <p:nvSpPr>
          <p:cNvPr id="23" name="Slide Number Placeholder 22">
            <a:extLst>
              <a:ext uri="{FF2B5EF4-FFF2-40B4-BE49-F238E27FC236}">
                <a16:creationId xmlns:a16="http://schemas.microsoft.com/office/drawing/2014/main" id="{94FF72B7-0438-3641-5939-75128934B0DF}"/>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12</a:t>
            </a:fld>
            <a:endParaRPr lang="en-US" dirty="0"/>
          </a:p>
        </p:txBody>
      </p:sp>
    </p:spTree>
    <p:extLst>
      <p:ext uri="{BB962C8B-B14F-4D97-AF65-F5344CB8AC3E}">
        <p14:creationId xmlns:p14="http://schemas.microsoft.com/office/powerpoint/2010/main" val="6856810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5B507A-54F9-CF10-6498-1A38899096F6}"/>
              </a:ext>
            </a:extLst>
          </p:cNvPr>
          <p:cNvSpPr>
            <a:spLocks noGrp="1"/>
          </p:cNvSpPr>
          <p:nvPr>
            <p:ph type="title"/>
          </p:nvPr>
        </p:nvSpPr>
        <p:spPr/>
        <p:txBody>
          <a:bodyPr/>
          <a:lstStyle/>
          <a:p>
            <a:r>
              <a:rPr lang="en-US" b="1" dirty="0"/>
              <a:t>Research Proposal</a:t>
            </a:r>
            <a:endParaRPr lang="en-US" dirty="0"/>
          </a:p>
        </p:txBody>
      </p:sp>
      <p:sp>
        <p:nvSpPr>
          <p:cNvPr id="3" name="Content Placeholder 2">
            <a:extLst>
              <a:ext uri="{FF2B5EF4-FFF2-40B4-BE49-F238E27FC236}">
                <a16:creationId xmlns:a16="http://schemas.microsoft.com/office/drawing/2014/main" id="{1CA56324-7872-0343-65E6-138D15DCF20C}"/>
              </a:ext>
            </a:extLst>
          </p:cNvPr>
          <p:cNvSpPr>
            <a:spLocks noGrp="1"/>
          </p:cNvSpPr>
          <p:nvPr>
            <p:ph sz="half" idx="2"/>
          </p:nvPr>
        </p:nvSpPr>
        <p:spPr/>
        <p:txBody>
          <a:bodyPr/>
          <a:lstStyle/>
          <a:p>
            <a:pPr>
              <a:lnSpc>
                <a:spcPct val="150000"/>
              </a:lnSpc>
              <a:buFont typeface="+mj-lt"/>
              <a:buAutoNum type="arabicPeriod" startAt="5"/>
            </a:pPr>
            <a:r>
              <a:rPr lang="en-US" b="1" dirty="0"/>
              <a:t>Theoretical Framework – </a:t>
            </a:r>
            <a:r>
              <a:rPr lang="en-US" dirty="0"/>
              <a:t>the framework that you borrowed from pervious studies </a:t>
            </a:r>
          </a:p>
          <a:p>
            <a:pPr>
              <a:lnSpc>
                <a:spcPct val="150000"/>
              </a:lnSpc>
              <a:buFont typeface="+mj-lt"/>
              <a:buAutoNum type="arabicPeriod" startAt="5"/>
            </a:pPr>
            <a:r>
              <a:rPr lang="en-US" b="1" dirty="0"/>
              <a:t>Methodology - </a:t>
            </a:r>
            <a:r>
              <a:rPr lang="en-US" dirty="0"/>
              <a:t>quantitative research; how many respondents you plan to collect, who you plan to collect from, and how you plan to collect them; how you plan to analysis your data and test your hypothesis</a:t>
            </a:r>
          </a:p>
          <a:p>
            <a:pPr>
              <a:lnSpc>
                <a:spcPct val="150000"/>
              </a:lnSpc>
              <a:buFont typeface="+mj-lt"/>
              <a:buAutoNum type="arabicPeriod" startAt="5"/>
            </a:pPr>
            <a:r>
              <a:rPr lang="en-US" b="1" dirty="0"/>
              <a:t>Contribution – </a:t>
            </a:r>
            <a:r>
              <a:rPr lang="en-US" dirty="0"/>
              <a:t>who can benefit from your study. </a:t>
            </a:r>
          </a:p>
          <a:p>
            <a:pPr>
              <a:lnSpc>
                <a:spcPct val="150000"/>
              </a:lnSpc>
              <a:buFont typeface="+mj-lt"/>
              <a:buAutoNum type="arabicPeriod" startAt="5"/>
            </a:pPr>
            <a:r>
              <a:rPr lang="en-US" b="1" dirty="0"/>
              <a:t>Keywords – </a:t>
            </a:r>
            <a:r>
              <a:rPr lang="en-US" dirty="0"/>
              <a:t>Model name; DV; location….</a:t>
            </a:r>
            <a:r>
              <a:rPr lang="zh-CN" altLang="en-US" dirty="0"/>
              <a:t> </a:t>
            </a:r>
            <a:r>
              <a:rPr lang="en-US" altLang="zh-CN" dirty="0"/>
              <a:t>etc.</a:t>
            </a:r>
            <a:endParaRPr lang="en-US" dirty="0"/>
          </a:p>
        </p:txBody>
      </p:sp>
      <p:sp>
        <p:nvSpPr>
          <p:cNvPr id="4" name="Slide Number Placeholder 3">
            <a:extLst>
              <a:ext uri="{FF2B5EF4-FFF2-40B4-BE49-F238E27FC236}">
                <a16:creationId xmlns:a16="http://schemas.microsoft.com/office/drawing/2014/main" id="{5B7FBAF9-24BE-25FB-FC64-2AC71AB55212}"/>
              </a:ext>
            </a:extLst>
          </p:cNvPr>
          <p:cNvSpPr>
            <a:spLocks noGrp="1"/>
          </p:cNvSpPr>
          <p:nvPr>
            <p:ph type="sldNum" sz="quarter" idx="10"/>
          </p:nvPr>
        </p:nvSpPr>
        <p:spPr/>
        <p:txBody>
          <a:bodyPr/>
          <a:lstStyle/>
          <a:p>
            <a:fld id="{48F63A3B-78C7-47BE-AE5E-E10140E04643}" type="slidenum">
              <a:rPr lang="en-US" smtClean="0"/>
              <a:pPr/>
              <a:t>13</a:t>
            </a:fld>
            <a:endParaRPr lang="en-US" dirty="0"/>
          </a:p>
        </p:txBody>
      </p:sp>
    </p:spTree>
    <p:extLst>
      <p:ext uri="{BB962C8B-B14F-4D97-AF65-F5344CB8AC3E}">
        <p14:creationId xmlns:p14="http://schemas.microsoft.com/office/powerpoint/2010/main" val="30338113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AF2C62-FE7F-E187-E553-EA18030FC8CF}"/>
              </a:ext>
            </a:extLst>
          </p:cNvPr>
          <p:cNvSpPr>
            <a:spLocks noGrp="1"/>
          </p:cNvSpPr>
          <p:nvPr>
            <p:ph type="title"/>
          </p:nvPr>
        </p:nvSpPr>
        <p:spPr/>
        <p:txBody>
          <a:bodyPr/>
          <a:lstStyle/>
          <a:p>
            <a:r>
              <a:rPr lang="en-US" dirty="0"/>
              <a:t>Assignment 2# </a:t>
            </a:r>
          </a:p>
        </p:txBody>
      </p:sp>
      <p:sp>
        <p:nvSpPr>
          <p:cNvPr id="3" name="Slide Number Placeholder 2">
            <a:extLst>
              <a:ext uri="{FF2B5EF4-FFF2-40B4-BE49-F238E27FC236}">
                <a16:creationId xmlns:a16="http://schemas.microsoft.com/office/drawing/2014/main" id="{571BAC80-5DD1-0799-9703-810F54EF3F71}"/>
              </a:ext>
            </a:extLst>
          </p:cNvPr>
          <p:cNvSpPr>
            <a:spLocks noGrp="1"/>
          </p:cNvSpPr>
          <p:nvPr>
            <p:ph type="sldNum" sz="quarter" idx="10"/>
          </p:nvPr>
        </p:nvSpPr>
        <p:spPr/>
        <p:txBody>
          <a:bodyPr/>
          <a:lstStyle/>
          <a:p>
            <a:fld id="{48F63A3B-78C7-47BE-AE5E-E10140E04643}" type="slidenum">
              <a:rPr lang="en-US" smtClean="0"/>
              <a:pPr/>
              <a:t>14</a:t>
            </a:fld>
            <a:endParaRPr lang="en-US" dirty="0"/>
          </a:p>
        </p:txBody>
      </p:sp>
      <p:sp>
        <p:nvSpPr>
          <p:cNvPr id="4" name="Content Placeholder 3">
            <a:extLst>
              <a:ext uri="{FF2B5EF4-FFF2-40B4-BE49-F238E27FC236}">
                <a16:creationId xmlns:a16="http://schemas.microsoft.com/office/drawing/2014/main" id="{5A7D33FC-BD62-A16B-553C-71BE47D6D262}"/>
              </a:ext>
            </a:extLst>
          </p:cNvPr>
          <p:cNvSpPr>
            <a:spLocks noGrp="1"/>
          </p:cNvSpPr>
          <p:nvPr>
            <p:ph sz="half" idx="2"/>
          </p:nvPr>
        </p:nvSpPr>
        <p:spPr>
          <a:xfrm>
            <a:off x="914400" y="2303028"/>
            <a:ext cx="7095958" cy="3720337"/>
          </a:xfrm>
        </p:spPr>
        <p:txBody>
          <a:bodyPr>
            <a:normAutofit/>
          </a:bodyPr>
          <a:lstStyle/>
          <a:p>
            <a:r>
              <a:rPr lang="en-US" sz="2000" b="1" dirty="0"/>
              <a:t>Research</a:t>
            </a:r>
            <a:r>
              <a:rPr lang="en-US" altLang="zh-CN" sz="2000" b="1" dirty="0"/>
              <a:t> proposal: </a:t>
            </a:r>
          </a:p>
          <a:p>
            <a:pPr marL="342900" indent="-342900">
              <a:buFont typeface="+mj-lt"/>
              <a:buAutoNum type="arabicPeriod"/>
            </a:pPr>
            <a:r>
              <a:rPr lang="en-US" b="1" dirty="0"/>
              <a:t>Title of the research</a:t>
            </a:r>
          </a:p>
          <a:p>
            <a:pPr marL="342900" indent="-342900">
              <a:buFont typeface="+mj-lt"/>
              <a:buAutoNum type="arabicPeriod"/>
            </a:pPr>
            <a:r>
              <a:rPr lang="en-US" b="1" dirty="0"/>
              <a:t>Introduction – </a:t>
            </a:r>
            <a:r>
              <a:rPr lang="en-US" dirty="0"/>
              <a:t>3~4 sentences</a:t>
            </a:r>
          </a:p>
          <a:p>
            <a:pPr marL="342900" indent="-342900">
              <a:buFont typeface="+mj-lt"/>
              <a:buAutoNum type="arabicPeriod"/>
            </a:pPr>
            <a:r>
              <a:rPr lang="en-US" sz="1800" b="1" kern="1200" dirty="0">
                <a:solidFill>
                  <a:srgbClr val="1F2C8F"/>
                </a:solidFill>
                <a:effectLst/>
                <a:latin typeface="Sabon Next LT" panose="02000500000000000000" pitchFamily="2" charset="0"/>
                <a:ea typeface="+mn-ea"/>
                <a:cs typeface="+mn-cs"/>
              </a:rPr>
              <a:t>Statement of the problem - </a:t>
            </a:r>
            <a:r>
              <a:rPr lang="en-US" dirty="0"/>
              <a:t>3~4 sentences</a:t>
            </a:r>
            <a:endParaRPr lang="en-US" sz="1800" b="1" kern="1200" dirty="0">
              <a:solidFill>
                <a:srgbClr val="1F2C8F"/>
              </a:solidFill>
              <a:effectLst/>
              <a:latin typeface="Sabon Next LT" panose="02000500000000000000" pitchFamily="2" charset="0"/>
              <a:ea typeface="+mn-ea"/>
              <a:cs typeface="+mn-cs"/>
            </a:endParaRPr>
          </a:p>
          <a:p>
            <a:pPr marL="342900" indent="-342900">
              <a:buFont typeface="+mj-lt"/>
              <a:buAutoNum type="arabicPeriod"/>
            </a:pPr>
            <a:r>
              <a:rPr lang="en-US" sz="1800" b="1" kern="1200" dirty="0">
                <a:solidFill>
                  <a:srgbClr val="1F2C8F"/>
                </a:solidFill>
                <a:effectLst/>
                <a:latin typeface="Sabon Next LT" panose="02000500000000000000" pitchFamily="2" charset="0"/>
                <a:ea typeface="+mn-ea"/>
                <a:cs typeface="+mn-cs"/>
              </a:rPr>
              <a:t>Research Objectives - </a:t>
            </a:r>
            <a:r>
              <a:rPr lang="en-US" sz="1800" kern="1200" dirty="0">
                <a:solidFill>
                  <a:srgbClr val="1F2C8F"/>
                </a:solidFill>
                <a:effectLst/>
                <a:latin typeface="Sabon Next LT" panose="02000500000000000000" pitchFamily="2" charset="0"/>
                <a:ea typeface="+mn-ea"/>
                <a:cs typeface="+mn-cs"/>
              </a:rPr>
              <a:t>one objective for one hypothesis</a:t>
            </a:r>
          </a:p>
          <a:p>
            <a:pPr marL="342900" indent="-342900">
              <a:buFont typeface="+mj-lt"/>
              <a:buAutoNum type="arabicPeriod"/>
            </a:pPr>
            <a:r>
              <a:rPr lang="en-US" b="1" dirty="0"/>
              <a:t>Theoretical Framework - </a:t>
            </a:r>
            <a:r>
              <a:rPr lang="en-US" dirty="0"/>
              <a:t>1~2 sentences for each framework</a:t>
            </a:r>
          </a:p>
          <a:p>
            <a:pPr marL="342900" indent="-342900">
              <a:buFont typeface="+mj-lt"/>
              <a:buAutoNum type="arabicPeriod"/>
            </a:pPr>
            <a:r>
              <a:rPr lang="en-US" b="1" dirty="0"/>
              <a:t>Methodology - </a:t>
            </a:r>
            <a:r>
              <a:rPr lang="en-US" dirty="0"/>
              <a:t>3~4 sentences</a:t>
            </a:r>
            <a:endParaRPr lang="en-US" b="1" dirty="0"/>
          </a:p>
          <a:p>
            <a:pPr marL="342900" indent="-342900">
              <a:buFont typeface="+mj-lt"/>
              <a:buAutoNum type="arabicPeriod"/>
            </a:pPr>
            <a:r>
              <a:rPr lang="en-US" sz="1800" b="1" kern="1200" dirty="0">
                <a:solidFill>
                  <a:srgbClr val="1F2C8F"/>
                </a:solidFill>
                <a:effectLst/>
                <a:latin typeface="Sabon Next LT" panose="02000500000000000000" pitchFamily="2" charset="0"/>
                <a:ea typeface="+mn-ea"/>
                <a:cs typeface="+mn-cs"/>
              </a:rPr>
              <a:t>Contribution - </a:t>
            </a:r>
            <a:r>
              <a:rPr lang="en-US" dirty="0"/>
              <a:t>3~4 sentences</a:t>
            </a:r>
            <a:endParaRPr lang="en-US" sz="1800" b="1" kern="1200" dirty="0">
              <a:solidFill>
                <a:srgbClr val="1F2C8F"/>
              </a:solidFill>
              <a:effectLst/>
              <a:latin typeface="Sabon Next LT" panose="02000500000000000000" pitchFamily="2" charset="0"/>
              <a:ea typeface="+mn-ea"/>
              <a:cs typeface="+mn-cs"/>
            </a:endParaRPr>
          </a:p>
          <a:p>
            <a:pPr marL="342900" indent="-342900">
              <a:buFont typeface="+mj-lt"/>
              <a:buAutoNum type="arabicPeriod"/>
            </a:pPr>
            <a:r>
              <a:rPr lang="en-US" b="1" dirty="0"/>
              <a:t>Keywords – </a:t>
            </a:r>
            <a:r>
              <a:rPr lang="en-US" dirty="0"/>
              <a:t>3~5 keywords</a:t>
            </a:r>
          </a:p>
        </p:txBody>
      </p:sp>
    </p:spTree>
    <p:extLst>
      <p:ext uri="{BB962C8B-B14F-4D97-AF65-F5344CB8AC3E}">
        <p14:creationId xmlns:p14="http://schemas.microsoft.com/office/powerpoint/2010/main" val="41626448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D22C5-0C9E-B582-A8FE-B45E70A01E7F}"/>
              </a:ext>
            </a:extLst>
          </p:cNvPr>
          <p:cNvSpPr>
            <a:spLocks noGrp="1"/>
          </p:cNvSpPr>
          <p:nvPr>
            <p:ph type="ctrTitle"/>
          </p:nvPr>
        </p:nvSpPr>
        <p:spPr>
          <a:xfrm>
            <a:off x="914401" y="849782"/>
            <a:ext cx="5715000" cy="2727709"/>
          </a:xfrm>
        </p:spPr>
        <p:txBody>
          <a:bodyPr/>
          <a:lstStyle/>
          <a:p>
            <a:r>
              <a:rPr lang="en-US" dirty="0"/>
              <a:t>Thank </a:t>
            </a:r>
            <a:br>
              <a:rPr lang="en-US" dirty="0"/>
            </a:br>
            <a:r>
              <a:rPr lang="en-US" dirty="0"/>
              <a:t>you</a:t>
            </a:r>
          </a:p>
        </p:txBody>
      </p:sp>
      <p:sp>
        <p:nvSpPr>
          <p:cNvPr id="3" name="Subtitle 2">
            <a:extLst>
              <a:ext uri="{FF2B5EF4-FFF2-40B4-BE49-F238E27FC236}">
                <a16:creationId xmlns:a16="http://schemas.microsoft.com/office/drawing/2014/main" id="{D8B5CEF2-E667-BBB5-2EA6-C06F93B6DE12}"/>
              </a:ext>
            </a:extLst>
          </p:cNvPr>
          <p:cNvSpPr>
            <a:spLocks noGrp="1"/>
          </p:cNvSpPr>
          <p:nvPr>
            <p:ph type="subTitle" idx="1"/>
          </p:nvPr>
        </p:nvSpPr>
        <p:spPr>
          <a:xfrm>
            <a:off x="914401" y="3813606"/>
            <a:ext cx="5715000" cy="2234642"/>
          </a:xfrm>
        </p:spPr>
        <p:txBody>
          <a:bodyPr/>
          <a:lstStyle/>
          <a:p>
            <a:r>
              <a:rPr lang="en-US" sz="1800" dirty="0">
                <a:effectLst/>
                <a:latin typeface="Calibri" panose="020F0502020204030204" pitchFamily="34" charset="0"/>
                <a:ea typeface="等线" panose="02010600030101010101" pitchFamily="2" charset="-122"/>
                <a:cs typeface="Cordia New" panose="020B0304020202020204" pitchFamily="34" charset="-34"/>
              </a:rPr>
              <a:t>Faculty member of </a:t>
            </a:r>
            <a:r>
              <a:rPr lang="en-US" sz="1800" dirty="0">
                <a:latin typeface="Calibri" panose="020F0502020204030204" pitchFamily="34" charset="0"/>
                <a:ea typeface="等线" panose="02010600030101010101" pitchFamily="2" charset="-122"/>
                <a:cs typeface="Cordia New" panose="020B0304020202020204" pitchFamily="34" charset="-34"/>
              </a:rPr>
              <a:t>ITM</a:t>
            </a:r>
            <a:endParaRPr lang="en-US" sz="1800" dirty="0">
              <a:effectLst/>
              <a:latin typeface="Calibri" panose="020F0502020204030204" pitchFamily="34" charset="0"/>
              <a:ea typeface="等线" panose="02010600030101010101" pitchFamily="2" charset="-122"/>
              <a:cs typeface="Cordia New" panose="020B0304020202020204" pitchFamily="34" charset="-34"/>
            </a:endParaRPr>
          </a:p>
          <a:p>
            <a:r>
              <a:rPr lang="en-US" sz="1800" dirty="0">
                <a:effectLst/>
                <a:latin typeface="Calibri" panose="020F0502020204030204" pitchFamily="34" charset="0"/>
                <a:ea typeface="宋体" panose="02010600030101010101" pitchFamily="2" charset="-122"/>
                <a:cs typeface="Cordia New" panose="020B0304020202020204" pitchFamily="34" charset="-34"/>
              </a:rPr>
              <a:t>guqizhen@au.edu</a:t>
            </a:r>
            <a:endParaRPr lang="en-US" dirty="0"/>
          </a:p>
        </p:txBody>
      </p:sp>
    </p:spTree>
    <p:extLst>
      <p:ext uri="{BB962C8B-B14F-4D97-AF65-F5344CB8AC3E}">
        <p14:creationId xmlns:p14="http://schemas.microsoft.com/office/powerpoint/2010/main" val="19731730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E3A02-F1CD-4EDC-6FC2-39B27D380670}"/>
              </a:ext>
            </a:extLst>
          </p:cNvPr>
          <p:cNvSpPr>
            <a:spLocks noGrp="1"/>
          </p:cNvSpPr>
          <p:nvPr>
            <p:ph type="ctrTitle"/>
          </p:nvPr>
        </p:nvSpPr>
        <p:spPr/>
        <p:txBody>
          <a:bodyPr/>
          <a:lstStyle/>
          <a:p>
            <a:r>
              <a:rPr lang="en-US" dirty="0"/>
              <a:t>G</a:t>
            </a:r>
            <a:r>
              <a:rPr lang="en-US" altLang="zh-CN" dirty="0"/>
              <a:t>uest speaker</a:t>
            </a:r>
            <a:br>
              <a:rPr lang="en-US" altLang="zh-CN" dirty="0"/>
            </a:br>
            <a:r>
              <a:rPr lang="en-US" altLang="zh-CN" dirty="0" err="1"/>
              <a:t>Prof.Dr.lars</a:t>
            </a:r>
            <a:endParaRPr lang="en-US" dirty="0"/>
          </a:p>
        </p:txBody>
      </p:sp>
      <p:sp>
        <p:nvSpPr>
          <p:cNvPr id="3" name="Subtitle 2">
            <a:extLst>
              <a:ext uri="{FF2B5EF4-FFF2-40B4-BE49-F238E27FC236}">
                <a16:creationId xmlns:a16="http://schemas.microsoft.com/office/drawing/2014/main" id="{B4155E92-D042-6CD2-7E36-36492A6570C7}"/>
              </a:ext>
            </a:extLst>
          </p:cNvPr>
          <p:cNvSpPr>
            <a:spLocks noGrp="1"/>
          </p:cNvSpPr>
          <p:nvPr>
            <p:ph type="subTitle" idx="1"/>
          </p:nvPr>
        </p:nvSpPr>
        <p:spPr/>
        <p:txBody>
          <a:bodyPr/>
          <a:lstStyle/>
          <a:p>
            <a:r>
              <a:rPr lang="en-US" dirty="0"/>
              <a:t>Wed,4 June 2025</a:t>
            </a:r>
          </a:p>
          <a:p>
            <a:r>
              <a:rPr lang="en-US" dirty="0"/>
              <a:t>AI BASED TECHNOLOGY AND SMART MARKETING</a:t>
            </a:r>
          </a:p>
          <a:p>
            <a:r>
              <a:rPr lang="en-US" dirty="0"/>
              <a:t>A72 HUAMAK CAMPUS, 10:00-11:45</a:t>
            </a:r>
          </a:p>
        </p:txBody>
      </p:sp>
    </p:spTree>
    <p:extLst>
      <p:ext uri="{BB962C8B-B14F-4D97-AF65-F5344CB8AC3E}">
        <p14:creationId xmlns:p14="http://schemas.microsoft.com/office/powerpoint/2010/main" val="2847660897"/>
      </p:ext>
    </p:extLst>
  </p:cSld>
  <p:clrMapOvr>
    <a:masterClrMapping/>
  </p:clrMapOvr>
</p:sld>
</file>

<file path=ppt/theme/theme1.xml><?xml version="1.0" encoding="utf-8"?>
<a:theme xmlns:a="http://schemas.openxmlformats.org/drawingml/2006/main" name="Custom">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Custom 22">
      <a:majorFont>
        <a:latin typeface="Arial Black"/>
        <a:ea typeface=""/>
        <a:cs typeface=""/>
      </a:majorFont>
      <a:minorFont>
        <a:latin typeface="Sabon Next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ometric color block_Win32_SL_v14" id="{59749740-91A0-46B8-82A8-B436C7A8A142}" vid="{B3F8D047-377B-4FC8-B21C-47530C6DE3A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04948363-B267-4BAC-8655-100FBEC280C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6DBB56F-4362-4386-A1A1-3DF898896616}">
  <ds:schemaRefs>
    <ds:schemaRef ds:uri="http://schemas.microsoft.com/sharepoint/v3/contenttype/forms"/>
  </ds:schemaRefs>
</ds:datastoreItem>
</file>

<file path=customXml/itemProps3.xml><?xml version="1.0" encoding="utf-8"?>
<ds:datastoreItem xmlns:ds="http://schemas.openxmlformats.org/officeDocument/2006/customXml" ds:itemID="{BA719FA4-954C-4FA8-82CB-206659C3B82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{273FF5E8-D330-4081-9A14-EF3138E780D2}tf78438558_win32</Template>
  <TotalTime>67</TotalTime>
  <Words>636</Words>
  <Application>Microsoft Office PowerPoint</Application>
  <PresentationFormat>Widescreen</PresentationFormat>
  <Paragraphs>90</Paragraphs>
  <Slides>16</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Arial Black</vt:lpstr>
      <vt:lpstr>Calibri</vt:lpstr>
      <vt:lpstr>georgia</vt:lpstr>
      <vt:lpstr>Sabon Next LT</vt:lpstr>
      <vt:lpstr>Custom</vt:lpstr>
      <vt:lpstr>ITM7000 Master project</vt:lpstr>
      <vt:lpstr>selecting individual research topics</vt:lpstr>
      <vt:lpstr>selecting individual research topics</vt:lpstr>
      <vt:lpstr>selecting individual research topics</vt:lpstr>
      <vt:lpstr>conceptual framework</vt:lpstr>
      <vt:lpstr>Select one platform</vt:lpstr>
      <vt:lpstr>selecting individual research topics</vt:lpstr>
      <vt:lpstr>Ensure Research Originality and Avoid Duplication</vt:lpstr>
      <vt:lpstr>selecting individual research topics</vt:lpstr>
      <vt:lpstr>selecting individual research topics</vt:lpstr>
      <vt:lpstr>A brief Research Proposal</vt:lpstr>
      <vt:lpstr>Research Proposal</vt:lpstr>
      <vt:lpstr>Research Proposal</vt:lpstr>
      <vt:lpstr>Assignment 2# </vt:lpstr>
      <vt:lpstr>Thank  you</vt:lpstr>
      <vt:lpstr>Guest speaker Prof.Dr.lars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Gu Qizhen</dc:creator>
  <cp:lastModifiedBy>Gu Qizhen</cp:lastModifiedBy>
  <cp:revision>4</cp:revision>
  <dcterms:created xsi:type="dcterms:W3CDTF">2025-05-18T08:35:44Z</dcterms:created>
  <dcterms:modified xsi:type="dcterms:W3CDTF">2025-05-22T07:27:54Z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